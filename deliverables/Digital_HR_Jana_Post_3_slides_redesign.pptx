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af5323a42411c" /><Relationship Type="http://schemas.openxmlformats.org/officeDocument/2006/relationships/extended-properties" Target="/docProps/app.xml" Id="R83f0769c3cda4287" /><Relationship Type="http://schemas.openxmlformats.org/officeDocument/2006/relationships/officeDocument" Target="/ppt/presentation.xml" Id="Raefde96939ec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6088c171e4564"/>
  </p:sldMasterIdLst>
  <p:notesMasterIdLst>
    <p:notesMasterId xmlns:r="http://schemas.openxmlformats.org/officeDocument/2006/relationships" r:id="Rd2d39671600d4497"/>
  </p:notesMasterIdLst>
  <p:sldIdLst>
    <p:sldId xmlns:r="http://schemas.openxmlformats.org/officeDocument/2006/relationships" id="256" r:id="R386cbb4d2d93419e"/>
    <p:sldId xmlns:r="http://schemas.openxmlformats.org/officeDocument/2006/relationships" id="257" r:id="Rdfff81d51330438e"/>
    <p:sldId xmlns:r="http://schemas.openxmlformats.org/officeDocument/2006/relationships" id="258" r:id="Rfffc75032406473c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b0b66194c4d59" /><Relationship Type="http://schemas.openxmlformats.org/officeDocument/2006/relationships/slideMaster" Target="/ppt/slideMasters/slideMaster1.xml" Id="R9196088c171e4564" /><Relationship Type="http://schemas.openxmlformats.org/officeDocument/2006/relationships/notesMaster" Target="/ppt/notesMasters/notesMaster1.xml" Id="Rd2d39671600d4497" /><Relationship Type="http://schemas.openxmlformats.org/officeDocument/2006/relationships/presProps" Target="/ppt/presProps.xml" Id="R7c601a207a6944c6" /><Relationship Type="http://schemas.openxmlformats.org/officeDocument/2006/relationships/viewProps" Target="/ppt/viewProps.xml" Id="R3bdaf093394341a9" /><Relationship Type="http://schemas.openxmlformats.org/officeDocument/2006/relationships/tableStyles" Target="/ppt/tableStyles.xml" Id="R131d1a1af9f04aca" /><Relationship Type="http://schemas.openxmlformats.org/officeDocument/2006/relationships/slide" Target="/ppt/slides/slide1.xml" Id="R386cbb4d2d93419e" /><Relationship Type="http://schemas.openxmlformats.org/officeDocument/2006/relationships/slide" Target="/ppt/slides/slide2.xml" Id="Rdfff81d51330438e" /><Relationship Type="http://schemas.openxmlformats.org/officeDocument/2006/relationships/slide" Target="/ppt/slides/slide3.xml" Id="Rfffc75032406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49b0bb73bb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77588c2d54952" /><Relationship Type="http://schemas.openxmlformats.org/officeDocument/2006/relationships/notesMaster" Target="/ppt/notesMasters/notesMaster1.xml" Id="R9edd69145baf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31e1c7b75648c4" /><Relationship Type="http://schemas.openxmlformats.org/officeDocument/2006/relationships/notesMaster" Target="/ppt/notesMasters/notesMaster1.xml" Id="R7263740a103c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7197cd7354115" /><Relationship Type="http://schemas.openxmlformats.org/officeDocument/2006/relationships/notesMaster" Target="/ppt/notesMasters/notesMaster1.xml" Id="R38d65edcf06d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6bb9bfcfa43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c673b686845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a7f85dcea4b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ab278ceed4b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35a72434545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e538859a746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db050516491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83f68895343c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c926b41da46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893389a984b0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ae5f9c1ba481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D29A42DC-AEC8-40E3-B11B-726511A51F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29C30D64-5267-48A2-8A0A-E7C40698B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BEB5E6C0-5A37-4F59-906B-84E239142E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3A704852-812F-4731-95D9-01C93AA07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9224BC70-A501-455F-BD98-74FA73EC1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ACC35B51-EA57-43CE-82DA-C7D293144B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86EF26F6-6312-4BC3-B98F-BAE1C7CC5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1B337126-A533-42CE-8E29-EF6C60581C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3FF1B30C-E469-4252-B746-A12D5F82A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A33939E9-EFA3-4F80-AB58-839A8D623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8C83EBC9-54A9-4E24-82E2-A761923D5A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24DB6B71-6FE1-4F09-B9FC-71D63149AA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1C2DF757-1C41-4D99-BCD6-7D2F9675E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C4D45641-B22D-476E-9501-90CFF43ADF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336EA22B-8168-4521-8F1E-7AC7058B2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0322CCBA-FE70-416A-B5BA-6A1234471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304A5D33-66E1-479A-A9C2-9CA8C90BE8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8F8DBB01-4CFC-49A3-81F4-6F7C97BAA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AD794B27-CAB1-4152-81D6-E3D1EE91A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3BA38C88-2E2D-4D0C-B619-03B3FA44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5E56ECCB-A33B-4C81-AD8A-846D7AB10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BD68A257-6CB0-45E2-8BA1-84FF4F887D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938129A3-83AD-42F1-8A60-A6068285B4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492B4F0D-99AD-4C05-A29A-64C4764427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8EA68891-3BF7-4577-BBD1-73A461885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714FF945-8839-4EEA-8966-DEEDA95058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AE9AB6F4-38F1-406C-B233-30D3DC27DB8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3E57C41D-1939-46D1-81C0-4FBA0E6F3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F4FD3CD7-50B9-4D04-9438-7B3DA8E309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5E8A7BC4-145A-49FB-8098-56444B9091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361135b224f66" /><Relationship Type="http://schemas.openxmlformats.org/officeDocument/2006/relationships/slideLayout" Target="/ppt/slideLayouts/slideLayout1.xml" Id="Rdf46a94ab6b84bcf" /><Relationship Type="http://schemas.openxmlformats.org/officeDocument/2006/relationships/slideLayout" Target="/ppt/slideLayouts/slideLayout2.xml" Id="R8fb0f0894f484485" /><Relationship Type="http://schemas.openxmlformats.org/officeDocument/2006/relationships/slideLayout" Target="/ppt/slideLayouts/slideLayout3.xml" Id="R2d2734c4efa64170" /><Relationship Type="http://schemas.openxmlformats.org/officeDocument/2006/relationships/slideLayout" Target="/ppt/slideLayouts/slideLayout4.xml" Id="R7b44726938bd4088" /><Relationship Type="http://schemas.openxmlformats.org/officeDocument/2006/relationships/slideLayout" Target="/ppt/slideLayouts/slideLayout5.xml" Id="R133294d5fd6d498a" /><Relationship Type="http://schemas.openxmlformats.org/officeDocument/2006/relationships/slideLayout" Target="/ppt/slideLayouts/slideLayout6.xml" Id="R5a4c2f6254464995" /><Relationship Type="http://schemas.openxmlformats.org/officeDocument/2006/relationships/slideLayout" Target="/ppt/slideLayouts/slideLayout7.xml" Id="R2f207f5183504244" /><Relationship Type="http://schemas.openxmlformats.org/officeDocument/2006/relationships/slideLayout" Target="/ppt/slideLayouts/slideLayout8.xml" Id="R3d5767c299c14fb4" /><Relationship Type="http://schemas.openxmlformats.org/officeDocument/2006/relationships/slideLayout" Target="/ppt/slideLayouts/slideLayout9.xml" Id="R6cebb268e47d41f7" /><Relationship Type="http://schemas.openxmlformats.org/officeDocument/2006/relationships/slideLayout" Target="/ppt/slideLayouts/slideLayout10.xml" Id="R2bcdf203f54c4dc0" /><Relationship Type="http://schemas.openxmlformats.org/officeDocument/2006/relationships/slideLayout" Target="/ppt/slideLayouts/slideLayout11.xml" Id="R361e3be6268d45b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289F607A-C037-4265-9E39-D65AF00DB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5EA17FD5-B069-48C8-BFC4-31485FC281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65C674A2-CB1D-4CC4-A52B-9B579FBA5F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6a94ab6b84bcf"/>
    <p:sldLayoutId xmlns:r="http://schemas.openxmlformats.org/officeDocument/2006/relationships" id="2147483650" r:id="R8fb0f0894f484485"/>
    <p:sldLayoutId xmlns:r="http://schemas.openxmlformats.org/officeDocument/2006/relationships" id="2147483651" r:id="R2d2734c4efa64170"/>
    <p:sldLayoutId xmlns:r="http://schemas.openxmlformats.org/officeDocument/2006/relationships" id="2147483652" r:id="R7b44726938bd4088"/>
    <p:sldLayoutId xmlns:r="http://schemas.openxmlformats.org/officeDocument/2006/relationships" id="2147483653" r:id="R133294d5fd6d498a"/>
    <p:sldLayoutId xmlns:r="http://schemas.openxmlformats.org/officeDocument/2006/relationships" id="2147483654" r:id="R5a4c2f6254464995"/>
    <p:sldLayoutId xmlns:r="http://schemas.openxmlformats.org/officeDocument/2006/relationships" id="2147483655" r:id="R2f207f5183504244"/>
    <p:sldLayoutId xmlns:r="http://schemas.openxmlformats.org/officeDocument/2006/relationships" id="2147483656" r:id="R3d5767c299c14fb4"/>
    <p:sldLayoutId xmlns:r="http://schemas.openxmlformats.org/officeDocument/2006/relationships" id="2147483657" r:id="R6cebb268e47d41f7"/>
    <p:sldLayoutId xmlns:r="http://schemas.openxmlformats.org/officeDocument/2006/relationships" id="2147483658" r:id="R2bcdf203f54c4dc0"/>
    <p:sldLayoutId xmlns:r="http://schemas.openxmlformats.org/officeDocument/2006/relationships" id="2147483659" r:id="R361e3be6268d45b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ce09a5a2f481c" /><Relationship Type="http://schemas.openxmlformats.org/officeDocument/2006/relationships/image" Target="/ppt/media/image.png" Id="R56e8828a9b4b4fa7" /><Relationship Type="http://schemas.openxmlformats.org/officeDocument/2006/relationships/image" Target="/ppt/media/image2.png" Id="R0dc12417efb44e93" /><Relationship Type="http://schemas.openxmlformats.org/officeDocument/2006/relationships/notesSlide" Target="/ppt/notesSlides/notesSlide1.xml" Id="R8a2fc5a22abf43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18893461c4ccb" /><Relationship Type="http://schemas.openxmlformats.org/officeDocument/2006/relationships/notesSlide" Target="/ppt/notesSlides/notesSlide2.xml" Id="Rd7653d9f6987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3e1aeebee4317" /><Relationship Type="http://schemas.openxmlformats.org/officeDocument/2006/relationships/notesSlide" Target="/ppt/notesSlides/notesSlide3.xml" Id="Rb0a770ae724547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67A876-935E-4438-BF37-59A1ED56E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8828a9b4b4fa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F9C012A3-E175-4F26-9A94-15FC3FD7329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50" y="195262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84487"/>
          </a:bodyPr>
          <a:lstStyle xmlns:a="http://schemas.openxmlformats.org/drawingml/2006/main">
            <a:defPPr algn="l">
              <a:defRPr sz="4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HR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340DAF99-11D8-4935-A840-59B55F0FAD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2450" y="28098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73087"/>
          </a:bodyPr>
          <a:lstStyle xmlns:a="http://schemas.openxmlformats.org/drawingml/2006/main">
            <a:defPPr algn="l">
              <a:defRPr sz="19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75467"/>
                </a:solidFill>
                <a:latin typeface="Arial"/>
                <a:ea typeface="Arial"/>
                <a:cs typeface="Arial"/>
              </a:rPr>
              <a:t>Кадровая платформа Jana Post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EDB378E0-A70A-4419-A016-2EA47F69A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c12417efb44e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822E1E31-2997-43A0-BD47-BB098BF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190750" cy="37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 u="none" strike="noStrike" cap="none">
                <a:solidFill>
                  <a:srgbClr val="475467"/>
                </a:solidFill>
                <a:latin typeface="Arial"/>
                <a:ea typeface="Arial"/>
                <a:cs typeface="Arial"/>
              </a:rPr>
              <a:t>Караганда 202</a:t>
            </a:r>
            <a:r>
              <a:rPr sz="1275">
                <a:solidFill>
                  <a:srgbClr val="475467"/>
                </a:solidFill>
                <a:latin typeface="Arial"/>
                <a:ea typeface="Arial"/>
                <a:cs typeface="Arial"/>
              </a:rPr>
              <a:t>6</a:t>
            </a:r>
            <a:r>
              <a:rPr sz="1275" b="0" i="0" u="none" strike="noStrike" cap="none">
                <a:solidFill>
                  <a:srgbClr val="475467"/>
                </a:solidFill>
                <a:latin typeface="Arial"/>
                <a:ea typeface="Arial"/>
                <a:cs typeface="Arial"/>
              </a:rPr>
              <a:t> 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am-number">
            <a:extLst xmlns:a="http://schemas.openxmlformats.org/drawingml/2006/main">
              <a:ext uri="{FF2B5EF4-FFF2-40B4-BE49-F238E27FC236}">
                <a16:creationId xmlns:a16="http://schemas.microsoft.com/office/drawing/2014/main" id="{AEF56E86-9C80-4D89-8AE6-DEF38E86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Команда 47</a:t>
            </a:r>
          </a:p>
        </p:txBody>
      </p:sp>
    </p:spTree>
    <p:extLst>
      <p:ext uri="{BB962C8B-B14F-4D97-AF65-F5344CB8AC3E}">
        <p14:creationId xmlns:p14="http://schemas.microsoft.com/office/powerpoint/2010/main" val="2046267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1E84CDF4-82E7-4336-A348-12EAA1D2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Один сервис для HR-сценариев</a:t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75842FEE-016F-47CF-B0CA-88B57256B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4" name="step-01">
            <a:extLst xmlns:a="http://schemas.openxmlformats.org/drawingml/2006/main">
              <a:ext uri="{FF2B5EF4-FFF2-40B4-BE49-F238E27FC236}">
                <a16:creationId xmlns:a16="http://schemas.microsoft.com/office/drawing/2014/main" id="{FF25B786-4EE7-4F1F-A2E6-23D60280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5" name="heading-01">
            <a:extLst xmlns:a="http://schemas.openxmlformats.org/drawingml/2006/main">
              <a:ext uri="{FF2B5EF4-FFF2-40B4-BE49-F238E27FC236}">
                <a16:creationId xmlns:a16="http://schemas.microsoft.com/office/drawing/2014/main" id="{2BE6C494-881A-47B9-96D1-4DC30D43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</a:t>
            </a:r>
          </a:p>
        </p:txBody>
      </p:sp>
      <p:sp>
        <p:nvSpPr>
          <p:cNvPr id="66" name="body-01">
            <a:extLst xmlns:a="http://schemas.openxmlformats.org/drawingml/2006/main">
              <a:ext uri="{FF2B5EF4-FFF2-40B4-BE49-F238E27FC236}">
                <a16:creationId xmlns:a16="http://schemas.microsoft.com/office/drawing/2014/main" id="{D5FCC16B-0794-4984-8D6D-EA7EB232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Сотрудник создаёт обращение и следит за его статусом.</a:t>
            </a:r>
          </a:p>
        </p:txBody>
      </p:sp>
      <p:sp>
        <p:nvSpPr>
          <p:cNvPr id="67" name="step-02">
            <a:extLst xmlns:a="http://schemas.openxmlformats.org/drawingml/2006/main">
              <a:ext uri="{FF2B5EF4-FFF2-40B4-BE49-F238E27FC236}">
                <a16:creationId xmlns:a16="http://schemas.microsoft.com/office/drawing/2014/main" id="{DEA4CC5B-FACD-4821-8A78-2B22CB7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8" name="heading-02">
            <a:extLst xmlns:a="http://schemas.openxmlformats.org/drawingml/2006/main">
              <a:ext uri="{FF2B5EF4-FFF2-40B4-BE49-F238E27FC236}">
                <a16:creationId xmlns:a16="http://schemas.microsoft.com/office/drawing/2014/main" id="{1C7C4491-FAE0-43FC-B96F-60990314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Ролевой доступ</a:t>
            </a:r>
          </a:p>
        </p:txBody>
      </p:sp>
      <p:sp>
        <p:nvSpPr>
          <p:cNvPr id="69" name="body-02">
            <a:extLst xmlns:a="http://schemas.openxmlformats.org/drawingml/2006/main">
              <a:ext uri="{FF2B5EF4-FFF2-40B4-BE49-F238E27FC236}">
                <a16:creationId xmlns:a16="http://schemas.microsoft.com/office/drawing/2014/main" id="{2BDCA4EA-6FB3-43F5-8C9F-4165827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Руководитель работает с заявками своей команды. HR видит общий процесс.</a:t>
            </a:r>
          </a:p>
        </p:txBody>
      </p:sp>
      <p:sp>
        <p:nvSpPr>
          <p:cNvPr id="70" name="step-03">
            <a:extLst xmlns:a="http://schemas.openxmlformats.org/drawingml/2006/main">
              <a:ext uri="{FF2B5EF4-FFF2-40B4-BE49-F238E27FC236}">
                <a16:creationId xmlns:a16="http://schemas.microsoft.com/office/drawing/2014/main" id="{5DBE6D33-10E0-4BED-84E4-78233AD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1" name="heading-03">
            <a:extLst xmlns:a="http://schemas.openxmlformats.org/drawingml/2006/main">
              <a:ext uri="{FF2B5EF4-FFF2-40B4-BE49-F238E27FC236}">
                <a16:creationId xmlns:a16="http://schemas.microsoft.com/office/drawing/2014/main" id="{90A654A2-9501-4078-9F7C-8AC88417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Jana FAQ</a:t>
            </a:r>
          </a:p>
        </p:txBody>
      </p:sp>
      <p:sp>
        <p:nvSpPr>
          <p:cNvPr id="72" name="body-03">
            <a:extLst xmlns:a="http://schemas.openxmlformats.org/drawingml/2006/main">
              <a:ext uri="{FF2B5EF4-FFF2-40B4-BE49-F238E27FC236}">
                <a16:creationId xmlns:a16="http://schemas.microsoft.com/office/drawing/2014/main" id="{5926E91E-FE93-4860-AF84-5E86533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Находит ответ в локальной базе и показывает источник. При отсутствии ответа советует обратиться в HR.</a:t>
            </a:r>
          </a:p>
        </p:txBody>
      </p:sp>
      <p:sp>
        <p:nvSpPr>
          <p:cNvPr id="73" name="technology-label">
            <a:extLst xmlns:a="http://schemas.openxmlformats.org/drawingml/2006/main">
              <a:ext uri="{FF2B5EF4-FFF2-40B4-BE49-F238E27FC236}">
                <a16:creationId xmlns:a16="http://schemas.microsoft.com/office/drawing/2014/main" id="{3612DB7B-0334-4F3C-A466-A2624CC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52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ТЕХНОЛОГИИ</a:t>
            </a:r>
          </a:p>
        </p:txBody>
      </p:sp>
      <p:sp>
        <p:nvSpPr>
          <p:cNvPr id="74" name="technology-line">
            <a:extLst xmlns:a="http://schemas.openxmlformats.org/drawingml/2006/main">
              <a:ext uri="{FF2B5EF4-FFF2-40B4-BE49-F238E27FC236}">
                <a16:creationId xmlns:a16="http://schemas.microsoft.com/office/drawing/2014/main" id="{9D7F076A-A6CA-4336-A5A6-0582E4A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 •  TypeScript  •  Node.js / Express  •  Prisma / SQLite</a:t>
            </a:r>
          </a:p>
        </p:txBody>
      </p:sp>
    </p:spTree>
    <p:extLst>
      <p:ext uri="{BB962C8B-B14F-4D97-AF65-F5344CB8AC3E}">
        <p14:creationId xmlns:p14="http://schemas.microsoft.com/office/powerpoint/2010/main" val="11982004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348B7413-3B35-4542-B534-A11068755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Демо: путь заявки и ответ Jana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4C7C91F9-6576-42C1-B297-C05578BB96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mvp-boundary-panel">
            <a:extLst xmlns:a="http://schemas.openxmlformats.org/drawingml/2006/main">
              <a:ext uri="{FF2B5EF4-FFF2-40B4-BE49-F238E27FC236}">
                <a16:creationId xmlns:a16="http://schemas.microsoft.com/office/drawing/2014/main" id="{BA6C4241-E38C-4001-9A99-2B8CC6B3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14450"/>
            <a:ext cx="2952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1" name="demo-01">
            <a:extLst xmlns:a="http://schemas.openxmlformats.org/drawingml/2006/main">
              <a:ext uri="{FF2B5EF4-FFF2-40B4-BE49-F238E27FC236}">
                <a16:creationId xmlns:a16="http://schemas.microsoft.com/office/drawing/2014/main" id="{F34401A1-C28E-4E6F-A3AF-99E43303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811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2" name="demo-title-01">
            <a:extLst xmlns:a="http://schemas.openxmlformats.org/drawingml/2006/main">
              <a:ext uri="{FF2B5EF4-FFF2-40B4-BE49-F238E27FC236}">
                <a16:creationId xmlns:a16="http://schemas.microsoft.com/office/drawing/2014/main" id="{EEE12C89-EF4B-4F02-81DB-3552B01C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017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Вход сотрудника</a:t>
            </a:r>
          </a:p>
        </p:txBody>
      </p:sp>
      <p:sp>
        <p:nvSpPr>
          <p:cNvPr id="73" name="demo-body-01">
            <a:extLst xmlns:a="http://schemas.openxmlformats.org/drawingml/2006/main">
              <a:ext uri="{FF2B5EF4-FFF2-40B4-BE49-F238E27FC236}">
                <a16:creationId xmlns:a16="http://schemas.microsoft.com/office/drawing/2014/main" id="{FED52784-90E8-4ED3-8BBA-F1051AB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Демо-роль и тестовые данные</a:t>
            </a:r>
          </a:p>
        </p:txBody>
      </p:sp>
      <p:sp>
        <p:nvSpPr>
          <p:cNvPr id="74" name="demo-02">
            <a:extLst xmlns:a="http://schemas.openxmlformats.org/drawingml/2006/main">
              <a:ext uri="{FF2B5EF4-FFF2-40B4-BE49-F238E27FC236}">
                <a16:creationId xmlns:a16="http://schemas.microsoft.com/office/drawing/2014/main" id="{8EDA9090-842B-4DC1-8F26-B749442B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5" name="demo-title-02">
            <a:extLst xmlns:a="http://schemas.openxmlformats.org/drawingml/2006/main">
              <a:ext uri="{FF2B5EF4-FFF2-40B4-BE49-F238E27FC236}">
                <a16:creationId xmlns:a16="http://schemas.microsoft.com/office/drawing/2014/main" id="{2A44CC01-436E-4F1D-B1FE-2CA17D8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 на отпуск</a:t>
            </a:r>
          </a:p>
        </p:txBody>
      </p:sp>
      <p:sp>
        <p:nvSpPr>
          <p:cNvPr id="76" name="demo-body-02">
            <a:extLst xmlns:a="http://schemas.openxmlformats.org/drawingml/2006/main">
              <a:ext uri="{FF2B5EF4-FFF2-40B4-BE49-F238E27FC236}">
                <a16:creationId xmlns:a16="http://schemas.microsoft.com/office/drawing/2014/main" id="{E009533D-AB2B-4828-A8C7-8BCCC455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Создание и отслеживание статуса</a:t>
            </a:r>
          </a:p>
        </p:txBody>
      </p:sp>
      <p:sp>
        <p:nvSpPr>
          <p:cNvPr id="77" name="demo-03">
            <a:extLst xmlns:a="http://schemas.openxmlformats.org/drawingml/2006/main">
              <a:ext uri="{FF2B5EF4-FFF2-40B4-BE49-F238E27FC236}">
                <a16:creationId xmlns:a16="http://schemas.microsoft.com/office/drawing/2014/main" id="{99D86B8B-BA94-47D2-84C3-FF09872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9087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8" name="demo-title-03">
            <a:extLst xmlns:a="http://schemas.openxmlformats.org/drawingml/2006/main">
              <a:ext uri="{FF2B5EF4-FFF2-40B4-BE49-F238E27FC236}">
                <a16:creationId xmlns:a16="http://schemas.microsoft.com/office/drawing/2014/main" id="{661BF29D-52AC-4056-9F77-F001C528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Решение и Jana FAQ</a:t>
            </a:r>
          </a:p>
        </p:txBody>
      </p:sp>
      <p:sp>
        <p:nvSpPr>
          <p:cNvPr id="79" name="demo-body-03">
            <a:extLst xmlns:a="http://schemas.openxmlformats.org/drawingml/2006/main">
              <a:ext uri="{FF2B5EF4-FFF2-40B4-BE49-F238E27FC236}">
                <a16:creationId xmlns:a16="http://schemas.microsoft.com/office/drawing/2014/main" id="{EB6CE6BC-2889-43ED-ACF9-8198EC7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Обработка заявки и ответ с источником</a:t>
            </a:r>
          </a:p>
        </p:txBody>
      </p:sp>
      <p:sp>
        <p:nvSpPr>
          <p:cNvPr id="80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3104E295-38F9-4327-9BE5-157B625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Важно о прототипе</a:t>
            </a:r>
          </a:p>
        </p:txBody>
      </p:sp>
      <p:sp>
        <p:nvSpPr>
          <p:cNvPr id="81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54EF9854-45EF-409C-9E62-488CB168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2514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Данные демонстрационные.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Заявка не заменяет кадровый документ и юридически значимый расчёт.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Интеграции с 1С:ЗУП и Documentolog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3798588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2026-10-18T11:53:46.4260000Z</dcterms:created>
  <dcterms:modified xsi:type="dcterms:W3CDTF">2026-10-18T11:53:46.4260000Z</dcterms:modified>
</coreProperties>
</file>