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c725d2dd314499" /><Relationship Type="http://schemas.openxmlformats.org/officeDocument/2006/relationships/extended-properties" Target="/docProps/app.xml" Id="R8ef52c0403504160" /><Relationship Type="http://schemas.openxmlformats.org/officeDocument/2006/relationships/officeDocument" Target="/ppt/presentation.xml" Id="Rf97576efdbf549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e36f0cd4b84455"/>
  </p:sldMasterIdLst>
  <p:notesMasterIdLst>
    <p:notesMasterId xmlns:r="http://schemas.openxmlformats.org/officeDocument/2006/relationships" r:id="Rdb34cd0c86c445cf"/>
  </p:notesMasterIdLst>
  <p:sldIdLst>
    <p:sldId xmlns:r="http://schemas.openxmlformats.org/officeDocument/2006/relationships" id="256" r:id="R46b846ca66104c4d"/>
    <p:sldId xmlns:r="http://schemas.openxmlformats.org/officeDocument/2006/relationships" id="257" r:id="Rbe31ffb3583d4221"/>
    <p:sldId xmlns:r="http://schemas.openxmlformats.org/officeDocument/2006/relationships" id="258" r:id="Rfe98604a72d04423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8a1158c6d145b6" /><Relationship Type="http://schemas.openxmlformats.org/officeDocument/2006/relationships/slideMaster" Target="/ppt/slideMasters/slideMaster1.xml" Id="R7ce36f0cd4b84455" /><Relationship Type="http://schemas.openxmlformats.org/officeDocument/2006/relationships/notesMaster" Target="/ppt/notesMasters/notesMaster1.xml" Id="Rdb34cd0c86c445cf" /><Relationship Type="http://schemas.openxmlformats.org/officeDocument/2006/relationships/presProps" Target="/ppt/presProps.xml" Id="R222d7f0a69e64cb5" /><Relationship Type="http://schemas.openxmlformats.org/officeDocument/2006/relationships/viewProps" Target="/ppt/viewProps.xml" Id="Ra209d5d5f0f84028" /><Relationship Type="http://schemas.openxmlformats.org/officeDocument/2006/relationships/tableStyles" Target="/ppt/tableStyles.xml" Id="Rebffae287c9246f9" /><Relationship Type="http://schemas.openxmlformats.org/officeDocument/2006/relationships/slide" Target="/ppt/slides/slide1.xml" Id="R46b846ca66104c4d" /><Relationship Type="http://schemas.openxmlformats.org/officeDocument/2006/relationships/slide" Target="/ppt/slides/slide2.xml" Id="Rbe31ffb3583d4221" /><Relationship Type="http://schemas.openxmlformats.org/officeDocument/2006/relationships/slide" Target="/ppt/slides/slide3.xml" Id="Rfe98604a72d044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99f24ea2b44d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44f0004ca04da6" /><Relationship Type="http://schemas.openxmlformats.org/officeDocument/2006/relationships/notesMaster" Target="/ppt/notesMasters/notesMaster1.xml" Id="R6e4b9c4915c749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8fb43e7a684722" /><Relationship Type="http://schemas.openxmlformats.org/officeDocument/2006/relationships/notesMaster" Target="/ppt/notesMasters/notesMaster1.xml" Id="Rdff86456f3dd48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99c023ea5f40a5" /><Relationship Type="http://schemas.openxmlformats.org/officeDocument/2006/relationships/notesMaster" Target="/ppt/notesMasters/notesMaster1.xml" Id="R2f8a070e2f4b45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72bc5349446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1f8684a404c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062ce80e847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4e6f8be2f4d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ac270554446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3dddabcee444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d0b3536644e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ae674627e47f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a5476509143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5a12ae05b42f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9ebb0d0604dbd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5">
            <a:extLst xmlns:a="http://schemas.openxmlformats.org/drawingml/2006/main">
              <a:ext uri="{FF2B5EF4-FFF2-40B4-BE49-F238E27FC236}">
                <a16:creationId xmlns:a16="http://schemas.microsoft.com/office/drawing/2014/main" id="{7DE328FF-96ED-4BD9-B5EC-625D968D4D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312634FD-DCA8-4721-9E6C-6B2BF17365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765F0CCB-59A8-4EF5-A5D8-055FB9EF01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6">
            <a:extLst xmlns:a="http://schemas.openxmlformats.org/drawingml/2006/main">
              <a:ext uri="{FF2B5EF4-FFF2-40B4-BE49-F238E27FC236}">
                <a16:creationId xmlns:a16="http://schemas.microsoft.com/office/drawing/2014/main" id="{972C0BFE-F15C-4630-9FAF-8AEA70CC2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6">
            <a:extLst xmlns:a="http://schemas.openxmlformats.org/drawingml/2006/main">
              <a:ext uri="{FF2B5EF4-FFF2-40B4-BE49-F238E27FC236}">
                <a16:creationId xmlns:a16="http://schemas.microsoft.com/office/drawing/2014/main" id="{70EA98BD-6022-4D90-BE4E-35FE1A6641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" name="Google Shape;16;p6">
            <a:extLst xmlns:a="http://schemas.openxmlformats.org/drawingml/2006/main">
              <a:ext uri="{FF2B5EF4-FFF2-40B4-BE49-F238E27FC236}">
                <a16:creationId xmlns:a16="http://schemas.microsoft.com/office/drawing/2014/main" id="{1412DB04-F4F0-4AEF-89FC-442031339A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7">
            <a:extLst xmlns:a="http://schemas.openxmlformats.org/drawingml/2006/main">
              <a:ext uri="{FF2B5EF4-FFF2-40B4-BE49-F238E27FC236}">
                <a16:creationId xmlns:a16="http://schemas.microsoft.com/office/drawing/2014/main" id="{91E0F182-54D7-4107-B906-1A0FF0A1E5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7">
            <a:extLst xmlns:a="http://schemas.openxmlformats.org/drawingml/2006/main">
              <a:ext uri="{FF2B5EF4-FFF2-40B4-BE49-F238E27FC236}">
                <a16:creationId xmlns:a16="http://schemas.microsoft.com/office/drawing/2014/main" id="{CA48E634-19FC-460F-AF65-A3A02A93B5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8">
            <a:extLst xmlns:a="http://schemas.openxmlformats.org/drawingml/2006/main">
              <a:ext uri="{FF2B5EF4-FFF2-40B4-BE49-F238E27FC236}">
                <a16:creationId xmlns:a16="http://schemas.microsoft.com/office/drawing/2014/main" id="{8E4B753C-2716-4AA3-9357-7025FA618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8">
            <a:extLst xmlns:a="http://schemas.openxmlformats.org/drawingml/2006/main">
              <a:ext uri="{FF2B5EF4-FFF2-40B4-BE49-F238E27FC236}">
                <a16:creationId xmlns:a16="http://schemas.microsoft.com/office/drawing/2014/main" id="{4517EE9A-03D2-451F-9D97-54664DE17C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8">
            <a:extLst xmlns:a="http://schemas.openxmlformats.org/drawingml/2006/main">
              <a:ext uri="{FF2B5EF4-FFF2-40B4-BE49-F238E27FC236}">
                <a16:creationId xmlns:a16="http://schemas.microsoft.com/office/drawing/2014/main" id="{590EF344-C2D7-432A-A9F5-8A87276197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8">
            <a:extLst xmlns:a="http://schemas.openxmlformats.org/drawingml/2006/main">
              <a:ext uri="{FF2B5EF4-FFF2-40B4-BE49-F238E27FC236}">
                <a16:creationId xmlns:a16="http://schemas.microsoft.com/office/drawing/2014/main" id="{6004E45C-9917-47C6-BC74-5FE60090AC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9">
            <a:extLst xmlns:a="http://schemas.openxmlformats.org/drawingml/2006/main">
              <a:ext uri="{FF2B5EF4-FFF2-40B4-BE49-F238E27FC236}">
                <a16:creationId xmlns:a16="http://schemas.microsoft.com/office/drawing/2014/main" id="{66D3E09E-9432-4DA9-8157-2A39950A0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9">
            <a:extLst xmlns:a="http://schemas.openxmlformats.org/drawingml/2006/main">
              <a:ext uri="{FF2B5EF4-FFF2-40B4-BE49-F238E27FC236}">
                <a16:creationId xmlns:a16="http://schemas.microsoft.com/office/drawing/2014/main" id="{5F5D54CF-514D-43A5-96C4-73BA1D56A9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FEBAFBF9-2DBE-465D-916F-8CEB410CAC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A94BBEDC-3F14-4BE0-92D7-C122FA9749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954E2280-633C-4C54-9FC6-EC56615715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1">
            <a:extLst xmlns:a="http://schemas.openxmlformats.org/drawingml/2006/main">
              <a:ext uri="{FF2B5EF4-FFF2-40B4-BE49-F238E27FC236}">
                <a16:creationId xmlns:a16="http://schemas.microsoft.com/office/drawing/2014/main" id="{78AD08CA-0748-4006-9759-9E2F12EBC4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75EC04FE-E7D6-4A1F-9954-45DE9089B8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A57F423D-D02A-41C7-A944-241AE7DB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83B2F003-6D31-4275-8347-8E8D38C13E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9BC34870-5CE9-4DE2-8515-CD5A4398C5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02472E1C-83BC-4270-8960-E631EBB351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12">
            <a:extLst xmlns:a="http://schemas.openxmlformats.org/drawingml/2006/main">
              <a:ext uri="{FF2B5EF4-FFF2-40B4-BE49-F238E27FC236}">
                <a16:creationId xmlns:a16="http://schemas.microsoft.com/office/drawing/2014/main" id="{79399414-F9DB-43AC-917D-AA84A4F39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0F0B279A-7076-43BF-A565-582396EA94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462C93E3-0DD6-4568-8148-A25BE6B73F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A7627095-E85A-49AC-B74C-17AF2974F69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4">
            <a:extLst xmlns:a="http://schemas.openxmlformats.org/drawingml/2006/main">
              <a:ext uri="{FF2B5EF4-FFF2-40B4-BE49-F238E27FC236}">
                <a16:creationId xmlns:a16="http://schemas.microsoft.com/office/drawing/2014/main" id="{A8BD1152-038E-43B4-968B-41E1B859D4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4">
            <a:extLst xmlns:a="http://schemas.openxmlformats.org/drawingml/2006/main">
              <a:ext uri="{FF2B5EF4-FFF2-40B4-BE49-F238E27FC236}">
                <a16:creationId xmlns:a16="http://schemas.microsoft.com/office/drawing/2014/main" id="{5698EDA7-2699-4FC3-986C-933FFB1705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5">
            <a:extLst xmlns:a="http://schemas.openxmlformats.org/drawingml/2006/main">
              <a:ext uri="{FF2B5EF4-FFF2-40B4-BE49-F238E27FC236}">
                <a16:creationId xmlns:a16="http://schemas.microsoft.com/office/drawing/2014/main" id="{269CBE23-713F-4AE1-AA5C-3B96CBFB07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1349b5ddeb4b08" /><Relationship Type="http://schemas.openxmlformats.org/officeDocument/2006/relationships/slideLayout" Target="/ppt/slideLayouts/slideLayout1.xml" Id="Rcc23d85806014d9b" /><Relationship Type="http://schemas.openxmlformats.org/officeDocument/2006/relationships/slideLayout" Target="/ppt/slideLayouts/slideLayout2.xml" Id="Rc0546cab552f43ca" /><Relationship Type="http://schemas.openxmlformats.org/officeDocument/2006/relationships/slideLayout" Target="/ppt/slideLayouts/slideLayout3.xml" Id="R2cc018352bd0458c" /><Relationship Type="http://schemas.openxmlformats.org/officeDocument/2006/relationships/slideLayout" Target="/ppt/slideLayouts/slideLayout4.xml" Id="R035346f0102544f9" /><Relationship Type="http://schemas.openxmlformats.org/officeDocument/2006/relationships/slideLayout" Target="/ppt/slideLayouts/slideLayout5.xml" Id="R7797b21ab128426b" /><Relationship Type="http://schemas.openxmlformats.org/officeDocument/2006/relationships/slideLayout" Target="/ppt/slideLayouts/slideLayout6.xml" Id="R0e8d239c3e8a4199" /><Relationship Type="http://schemas.openxmlformats.org/officeDocument/2006/relationships/slideLayout" Target="/ppt/slideLayouts/slideLayout7.xml" Id="R363c2cf7b0754faa" /><Relationship Type="http://schemas.openxmlformats.org/officeDocument/2006/relationships/slideLayout" Target="/ppt/slideLayouts/slideLayout8.xml" Id="R5e5ac60f5aa944d8" /><Relationship Type="http://schemas.openxmlformats.org/officeDocument/2006/relationships/slideLayout" Target="/ppt/slideLayouts/slideLayout9.xml" Id="R8163292d20a4465f" /><Relationship Type="http://schemas.openxmlformats.org/officeDocument/2006/relationships/slideLayout" Target="/ppt/slideLayouts/slideLayout10.xml" Id="Rc02ec1f33ef04623" /><Relationship Type="http://schemas.openxmlformats.org/officeDocument/2006/relationships/slideLayout" Target="/ppt/slideLayouts/slideLayout11.xml" Id="R81e786f45bc347f4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">
            <a:extLst xmlns:a="http://schemas.openxmlformats.org/drawingml/2006/main">
              <a:ext uri="{FF2B5EF4-FFF2-40B4-BE49-F238E27FC236}">
                <a16:creationId xmlns:a16="http://schemas.microsoft.com/office/drawing/2014/main" id="{B916A103-0381-4D10-971D-32B0BC8B58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4">
            <a:extLst xmlns:a="http://schemas.openxmlformats.org/drawingml/2006/main">
              <a:ext uri="{FF2B5EF4-FFF2-40B4-BE49-F238E27FC236}">
                <a16:creationId xmlns:a16="http://schemas.microsoft.com/office/drawing/2014/main" id="{D795472C-74DB-4ABF-9B39-E4E8D4EEE7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4">
            <a:extLst xmlns:a="http://schemas.openxmlformats.org/drawingml/2006/main">
              <a:ext uri="{FF2B5EF4-FFF2-40B4-BE49-F238E27FC236}">
                <a16:creationId xmlns:a16="http://schemas.microsoft.com/office/drawing/2014/main" id="{F0357C30-9CDF-4B02-BFD8-C2975A7712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3d85806014d9b"/>
    <p:sldLayoutId xmlns:r="http://schemas.openxmlformats.org/officeDocument/2006/relationships" id="2147483650" r:id="Rc0546cab552f43ca"/>
    <p:sldLayoutId xmlns:r="http://schemas.openxmlformats.org/officeDocument/2006/relationships" id="2147483651" r:id="R2cc018352bd0458c"/>
    <p:sldLayoutId xmlns:r="http://schemas.openxmlformats.org/officeDocument/2006/relationships" id="2147483652" r:id="R035346f0102544f9"/>
    <p:sldLayoutId xmlns:r="http://schemas.openxmlformats.org/officeDocument/2006/relationships" id="2147483653" r:id="R7797b21ab128426b"/>
    <p:sldLayoutId xmlns:r="http://schemas.openxmlformats.org/officeDocument/2006/relationships" id="2147483654" r:id="R0e8d239c3e8a4199"/>
    <p:sldLayoutId xmlns:r="http://schemas.openxmlformats.org/officeDocument/2006/relationships" id="2147483655" r:id="R363c2cf7b0754faa"/>
    <p:sldLayoutId xmlns:r="http://schemas.openxmlformats.org/officeDocument/2006/relationships" id="2147483656" r:id="R5e5ac60f5aa944d8"/>
    <p:sldLayoutId xmlns:r="http://schemas.openxmlformats.org/officeDocument/2006/relationships" id="2147483657" r:id="R8163292d20a4465f"/>
    <p:sldLayoutId xmlns:r="http://schemas.openxmlformats.org/officeDocument/2006/relationships" id="2147483658" r:id="Rc02ec1f33ef04623"/>
    <p:sldLayoutId xmlns:r="http://schemas.openxmlformats.org/officeDocument/2006/relationships" id="2147483659" r:id="R81e786f45bc347f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411bdcea54f96" /><Relationship Type="http://schemas.openxmlformats.org/officeDocument/2006/relationships/image" Target="/ppt/media/image.png" Id="R47f7a728e2ca4c2a" /><Relationship Type="http://schemas.openxmlformats.org/officeDocument/2006/relationships/notesSlide" Target="/ppt/notesSlides/notesSlide1.xml" Id="Rdf1b5b51d3044f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2f7d6e7a484e2d" /><Relationship Type="http://schemas.openxmlformats.org/officeDocument/2006/relationships/notesSlide" Target="/ppt/notesSlides/notesSlide2.xml" Id="Rfadef0f7ac4648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492f9f7834445" /><Relationship Type="http://schemas.openxmlformats.org/officeDocument/2006/relationships/notesSlide" Target="/ppt/notesSlides/notesSlide3.xml" Id="Re9f657ce30d545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1A100FC8-C607-4E50-811E-A1503997F5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>Digital HR by Jana Post</a:t>
            </a:r>
            <a:endParaRPr/>
          </a:p>
        </p:txBody>
      </p:sp>
      <p:sp>
        <p:nvSp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54CDD0AA-2355-4EA2-A09F-745A2DDE6F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Команда 47</a:t>
            </a:r>
            <a:endParaRPr/>
          </a:p>
        </p:txBody>
      </p:sp>
      <p:pic>
        <p:nvPicPr>
          <p:cNvPr id="56" name="Google Shape;56;p1">
            <a:extLst xmlns:a="http://schemas.openxmlformats.org/drawingml/2006/main">
              <a:ext uri="{FF2B5EF4-FFF2-40B4-BE49-F238E27FC236}">
                <a16:creationId xmlns:a16="http://schemas.microsoft.com/office/drawing/2014/main" id="{B7E5EF85-C91D-474E-B8D5-5FFF1E946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f7a728e2ca4c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4356099" cy="744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">
            <a:extLst xmlns:a="http://schemas.openxmlformats.org/drawingml/2006/main">
              <a:ext uri="{FF2B5EF4-FFF2-40B4-BE49-F238E27FC236}">
                <a16:creationId xmlns:a16="http://schemas.microsoft.com/office/drawing/2014/main" id="{8446FF57-F7D8-45CB-A41C-E47C1399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75" y="4670225"/>
            <a:ext cx="2316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Караганда 202</a:t>
            </a:r>
            <a:r>
              <a:t>6</a:t>
            </a:r>
            <a:r>
              <a: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г.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2729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6C92DDB4-EFCB-447E-998D-9CEB1DEBB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>Кадровые сценарии Digital HR</a:t>
            </a:r>
            <a:endParaRPr/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4F00C8C4-0CC4-4911-89F2-034416E70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4" name="step-01">
            <a:extLst xmlns:a="http://schemas.openxmlformats.org/drawingml/2006/main">
              <a:ext uri="{FF2B5EF4-FFF2-40B4-BE49-F238E27FC236}">
                <a16:creationId xmlns:a16="http://schemas.microsoft.com/office/drawing/2014/main" id="{00F21F93-96E5-4C4A-8B5F-05CEEAC2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81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5" name="heading-01">
            <a:extLst xmlns:a="http://schemas.openxmlformats.org/drawingml/2006/main">
              <a:ext uri="{FF2B5EF4-FFF2-40B4-BE49-F238E27FC236}">
                <a16:creationId xmlns:a16="http://schemas.microsoft.com/office/drawing/2014/main" id="{DD3F6863-64CD-463F-9F18-FDA4A801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Заявка</a:t>
            </a:r>
          </a:p>
        </p:txBody>
      </p:sp>
      <p:sp>
        <p:nvSpPr>
          <p:cNvPr id="66" name="body-01">
            <a:extLst xmlns:a="http://schemas.openxmlformats.org/drawingml/2006/main">
              <a:ext uri="{FF2B5EF4-FFF2-40B4-BE49-F238E27FC236}">
                <a16:creationId xmlns:a16="http://schemas.microsoft.com/office/drawing/2014/main" id="{32176C24-1B5A-4931-95DE-5721B1C8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193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467"/>
                </a:solidFill>
                <a:latin typeface="Arial"/>
                <a:ea typeface="Arial"/>
                <a:cs typeface="Arial"/>
              </a:rPr>
              <a:t>Сотрудник подаёт обращение и видит его статус.</a:t>
            </a:r>
          </a:p>
        </p:txBody>
      </p:sp>
      <p:sp>
        <p:nvSpPr>
          <p:cNvPr id="67" name="step-02">
            <a:extLst xmlns:a="http://schemas.openxmlformats.org/drawingml/2006/main">
              <a:ext uri="{FF2B5EF4-FFF2-40B4-BE49-F238E27FC236}">
                <a16:creationId xmlns:a16="http://schemas.microsoft.com/office/drawing/2014/main" id="{F05ED5AE-441E-4C1F-9E21-DEBB46B2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81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8" name="heading-02">
            <a:extLst xmlns:a="http://schemas.openxmlformats.org/drawingml/2006/main">
              <a:ext uri="{FF2B5EF4-FFF2-40B4-BE49-F238E27FC236}">
                <a16:creationId xmlns:a16="http://schemas.microsoft.com/office/drawing/2014/main" id="{B00EC95D-5922-4B0F-85D4-76B64EA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Ролевой доступ</a:t>
            </a:r>
          </a:p>
        </p:txBody>
      </p:sp>
      <p:sp>
        <p:nvSpPr>
          <p:cNvPr id="69" name="body-02">
            <a:extLst xmlns:a="http://schemas.openxmlformats.org/drawingml/2006/main">
              <a:ext uri="{FF2B5EF4-FFF2-40B4-BE49-F238E27FC236}">
                <a16:creationId xmlns:a16="http://schemas.microsoft.com/office/drawing/2014/main" id="{3E5D1D97-80B5-4D86-B83B-FCAD10D0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193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467"/>
                </a:solidFill>
                <a:latin typeface="Arial"/>
                <a:ea typeface="Arial"/>
                <a:cs typeface="Arial"/>
              </a:rPr>
              <a:t>Руководитель рассматривает заявки своей команды. HR ведёт общий обзор.</a:t>
            </a:r>
          </a:p>
        </p:txBody>
      </p:sp>
      <p:sp>
        <p:nvSpPr>
          <p:cNvPr id="70" name="step-03">
            <a:extLst xmlns:a="http://schemas.openxmlformats.org/drawingml/2006/main">
              <a:ext uri="{FF2B5EF4-FFF2-40B4-BE49-F238E27FC236}">
                <a16:creationId xmlns:a16="http://schemas.microsoft.com/office/drawing/2014/main" id="{6D6FB445-4C8E-4296-B063-E43FDAB5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81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1" name="heading-03">
            <a:extLst xmlns:a="http://schemas.openxmlformats.org/drawingml/2006/main">
              <a:ext uri="{FF2B5EF4-FFF2-40B4-BE49-F238E27FC236}">
                <a16:creationId xmlns:a16="http://schemas.microsoft.com/office/drawing/2014/main" id="{69D834D8-8FC7-470D-A942-A4D86C3B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Jana FAQ</a:t>
            </a:r>
          </a:p>
        </p:txBody>
      </p:sp>
      <p:sp>
        <p:nvSpPr>
          <p:cNvPr id="72" name="body-03">
            <a:extLst xmlns:a="http://schemas.openxmlformats.org/drawingml/2006/main">
              <a:ext uri="{FF2B5EF4-FFF2-40B4-BE49-F238E27FC236}">
                <a16:creationId xmlns:a16="http://schemas.microsoft.com/office/drawing/2014/main" id="{715DDD09-8CAF-4ECB-A08A-3DEBF55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467"/>
                </a:solidFill>
                <a:latin typeface="Arial"/>
                <a:ea typeface="Arial"/>
                <a:cs typeface="Arial"/>
              </a:rPr>
              <a:t>Ищет ответ в локальной базе и показывает источник. Если ответа нет, предлагает обратиться в HR.</a:t>
            </a:r>
          </a:p>
        </p:txBody>
      </p:sp>
      <p:sp>
        <p:nvSpPr>
          <p:cNvPr id="73" name="technology-line">
            <a:extLst xmlns:a="http://schemas.openxmlformats.org/drawingml/2006/main">
              <a:ext uri="{FF2B5EF4-FFF2-40B4-BE49-F238E27FC236}">
                <a16:creationId xmlns:a16="http://schemas.microsoft.com/office/drawing/2014/main" id="{9A30B07D-F2C7-42EF-8E4A-0565E78F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57675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75467"/>
                </a:solidFill>
                <a:latin typeface="Arial"/>
                <a:ea typeface="Arial"/>
                <a:cs typeface="Arial"/>
              </a:rPr>
              <a:t>Стек: React, TypeScript, Node.js, Express, Prisma, SQLite</a:t>
            </a:r>
          </a:p>
        </p:txBody>
      </p:sp>
    </p:spTree>
    <p:extLst>
      <p:ext uri="{BB962C8B-B14F-4D97-AF65-F5344CB8AC3E}">
        <p14:creationId xmlns:p14="http://schemas.microsoft.com/office/powerpoint/2010/main" val="19465285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CC0A3B64-D994-490F-BE56-018D7135B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>Как проходит демо</a:t>
            </a:r>
            <a:endParaRPr/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671D3490-7182-426F-94F5-546F6294D6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0" name="demo-01">
            <a:extLst xmlns:a="http://schemas.openxmlformats.org/drawingml/2006/main">
              <a:ext uri="{FF2B5EF4-FFF2-40B4-BE49-F238E27FC236}">
                <a16:creationId xmlns:a16="http://schemas.microsoft.com/office/drawing/2014/main" id="{F12E641A-003B-4EF7-9869-1F923241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9065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1" name="demo-title-01">
            <a:extLst xmlns:a="http://schemas.openxmlformats.org/drawingml/2006/main">
              <a:ext uri="{FF2B5EF4-FFF2-40B4-BE49-F238E27FC236}">
                <a16:creationId xmlns:a16="http://schemas.microsoft.com/office/drawing/2014/main" id="{E0932199-4C6F-43C6-85FA-B36D9536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097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Вход сотрудника</a:t>
            </a:r>
          </a:p>
        </p:txBody>
      </p:sp>
      <p:sp>
        <p:nvSpPr>
          <p:cNvPr id="72" name="demo-body-01">
            <a:extLst xmlns:a="http://schemas.openxmlformats.org/drawingml/2006/main">
              <a:ext uri="{FF2B5EF4-FFF2-40B4-BE49-F238E27FC236}">
                <a16:creationId xmlns:a16="http://schemas.microsoft.com/office/drawing/2014/main" id="{0066298B-9F81-4734-920E-49C9A8BC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Демо-роль с тестовыми данными</a:t>
            </a:r>
          </a:p>
        </p:txBody>
      </p:sp>
      <p:sp>
        <p:nvSpPr>
          <p:cNvPr id="73" name="demo-02">
            <a:extLst xmlns:a="http://schemas.openxmlformats.org/drawingml/2006/main">
              <a:ext uri="{FF2B5EF4-FFF2-40B4-BE49-F238E27FC236}">
                <a16:creationId xmlns:a16="http://schemas.microsoft.com/office/drawing/2014/main" id="{8E0C3F44-E79F-4D77-AB04-C1594F8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2410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4" name="demo-title-02">
            <a:extLst xmlns:a="http://schemas.openxmlformats.org/drawingml/2006/main">
              <a:ext uri="{FF2B5EF4-FFF2-40B4-BE49-F238E27FC236}">
                <a16:creationId xmlns:a16="http://schemas.microsoft.com/office/drawing/2014/main" id="{F8650EA9-BD07-4E1E-B24B-6F5488F2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Заявка на отпуск</a:t>
            </a:r>
          </a:p>
        </p:txBody>
      </p:sp>
      <p:sp>
        <p:nvSpPr>
          <p:cNvPr id="75" name="demo-body-02">
            <a:extLst xmlns:a="http://schemas.openxmlformats.org/drawingml/2006/main">
              <a:ext uri="{FF2B5EF4-FFF2-40B4-BE49-F238E27FC236}">
                <a16:creationId xmlns:a16="http://schemas.microsoft.com/office/drawing/2014/main" id="{113D417D-625A-451F-825B-2E230D85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955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Создание и просмотр статуса</a:t>
            </a:r>
          </a:p>
        </p:txBody>
      </p:sp>
      <p:sp>
        <p:nvSpPr>
          <p:cNvPr id="76" name="demo-03">
            <a:extLst xmlns:a="http://schemas.openxmlformats.org/drawingml/2006/main">
              <a:ext uri="{FF2B5EF4-FFF2-40B4-BE49-F238E27FC236}">
                <a16:creationId xmlns:a16="http://schemas.microsoft.com/office/drawing/2014/main" id="{C83817D4-438C-4853-8909-83DBD2B8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5755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7" name="demo-title-03">
            <a:extLst xmlns:a="http://schemas.openxmlformats.org/drawingml/2006/main">
              <a:ext uri="{FF2B5EF4-FFF2-40B4-BE49-F238E27FC236}">
                <a16:creationId xmlns:a16="http://schemas.microsoft.com/office/drawing/2014/main" id="{1FB608D4-6CB7-4B1F-AE33-CEB7A236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Решение и Jana FAQ</a:t>
            </a:r>
          </a:p>
        </p:txBody>
      </p:sp>
      <p:sp>
        <p:nvSpPr>
          <p:cNvPr id="78" name="demo-body-03">
            <a:extLst xmlns:a="http://schemas.openxmlformats.org/drawingml/2006/main">
              <a:ext uri="{FF2B5EF4-FFF2-40B4-BE49-F238E27FC236}">
                <a16:creationId xmlns:a16="http://schemas.microsoft.com/office/drawing/2014/main" id="{AAA859A0-6074-4FE3-A3C8-2EE7C1DE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Показ обработки и источника ответа</a:t>
            </a:r>
          </a:p>
        </p:txBody>
      </p:sp>
      <p:sp>
        <p:nvSpPr>
          <p:cNvPr id="79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5232FD48-1B43-48BF-823A-85B5CA19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Границы MVP</a:t>
            </a:r>
          </a:p>
        </p:txBody>
      </p:sp>
      <p:sp>
        <p:nvSpPr>
          <p:cNvPr id="80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7BEA3982-D125-44DC-ABD4-83CE285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Данные демонстрационные.</a:t>
            </a:r>
          </a:p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Заявка не заменяет кадровый документ.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Нет интеграции с 1С:ЗУП и Documentolog.</a:t>
            </a:r>
          </a:p>
        </p:txBody>
      </p:sp>
    </p:spTree>
    <p:extLst>
      <p:ext uri="{BB962C8B-B14F-4D97-AF65-F5344CB8AC3E}">
        <p14:creationId xmlns:p14="http://schemas.microsoft.com/office/powerpoint/2010/main" val="792901560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2026-10-18T11:41:03.9930000Z</dcterms:created>
  <dcterms:modified xsi:type="dcterms:W3CDTF">2026-10-18T11:41:03.9930000Z</dcterms:modified>
</coreProperties>
</file>