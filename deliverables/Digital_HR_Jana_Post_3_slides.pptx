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d2ce1916c44b1b" /><Relationship Type="http://schemas.openxmlformats.org/officeDocument/2006/relationships/extended-properties" Target="/docProps/app.xml" Id="R2d3f688a7db446d2" /><Relationship Type="http://schemas.openxmlformats.org/officeDocument/2006/relationships/officeDocument" Target="/ppt/presentation.xml" Id="Rcc71ee847c4b43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b28e86c98c4088"/>
  </p:sldMasterIdLst>
  <p:notesMasterIdLst>
    <p:notesMasterId xmlns:r="http://schemas.openxmlformats.org/officeDocument/2006/relationships" r:id="R8fcc18ae44624053"/>
  </p:notesMasterIdLst>
  <p:sldIdLst>
    <p:sldId xmlns:r="http://schemas.openxmlformats.org/officeDocument/2006/relationships" id="256" r:id="R6d3dfa513fb44c27"/>
    <p:sldId xmlns:r="http://schemas.openxmlformats.org/officeDocument/2006/relationships" id="257" r:id="R4a341bcc12db477a"/>
    <p:sldId xmlns:r="http://schemas.openxmlformats.org/officeDocument/2006/relationships" id="258" r:id="R5bf94ff782c9435a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428028fe38427d" /><Relationship Type="http://schemas.openxmlformats.org/officeDocument/2006/relationships/slideMaster" Target="/ppt/slideMasters/slideMaster1.xml" Id="R82b28e86c98c4088" /><Relationship Type="http://schemas.openxmlformats.org/officeDocument/2006/relationships/notesMaster" Target="/ppt/notesMasters/notesMaster1.xml" Id="R8fcc18ae44624053" /><Relationship Type="http://schemas.openxmlformats.org/officeDocument/2006/relationships/presProps" Target="/ppt/presProps.xml" Id="R234470b710dc41c4" /><Relationship Type="http://schemas.openxmlformats.org/officeDocument/2006/relationships/viewProps" Target="/ppt/viewProps.xml" Id="R74f0079246bc4683" /><Relationship Type="http://schemas.openxmlformats.org/officeDocument/2006/relationships/tableStyles" Target="/ppt/tableStyles.xml" Id="Rd4724bd4ca1b4b9f" /><Relationship Type="http://schemas.openxmlformats.org/officeDocument/2006/relationships/slide" Target="/ppt/slides/slide1.xml" Id="R6d3dfa513fb44c27" /><Relationship Type="http://schemas.openxmlformats.org/officeDocument/2006/relationships/slide" Target="/ppt/slides/slide2.xml" Id="R4a341bcc12db477a" /><Relationship Type="http://schemas.openxmlformats.org/officeDocument/2006/relationships/slide" Target="/ppt/slides/slide3.xml" Id="R5bf94ff782c943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172cb35b674f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c958c6529c4dcf" /><Relationship Type="http://schemas.openxmlformats.org/officeDocument/2006/relationships/notesMaster" Target="/ppt/notesMasters/notesMaster1.xml" Id="R1b0650e6a35946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3bcca7d6544b1c" /><Relationship Type="http://schemas.openxmlformats.org/officeDocument/2006/relationships/notesMaster" Target="/ppt/notesMasters/notesMaster1.xml" Id="Rfaf98bcbbfd740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2d69db88bc4ef5" /><Relationship Type="http://schemas.openxmlformats.org/officeDocument/2006/relationships/notesMaster" Target="/ppt/notesMasters/notesMaster1.xml" Id="R3d1ebc080bce43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56e21f75346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741c249e54c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a7074d03141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11f5d20db4c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d4c58b82b49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e426c355445a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844e0a34b4b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f1ddf9b72463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955fcf8ac4c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5119a82d74e7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8c86638684419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5">
            <a:extLst xmlns:a="http://schemas.openxmlformats.org/drawingml/2006/main">
              <a:ext uri="{FF2B5EF4-FFF2-40B4-BE49-F238E27FC236}">
                <a16:creationId xmlns:a16="http://schemas.microsoft.com/office/drawing/2014/main" id="{526F5CBF-4F7D-4365-AED9-54A203DB0B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5">
            <a:extLst xmlns:a="http://schemas.openxmlformats.org/drawingml/2006/main">
              <a:ext uri="{FF2B5EF4-FFF2-40B4-BE49-F238E27FC236}">
                <a16:creationId xmlns:a16="http://schemas.microsoft.com/office/drawing/2014/main" id="{688EAC05-F2EF-4CE1-AA63-68678E127F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5">
            <a:extLst xmlns:a="http://schemas.openxmlformats.org/drawingml/2006/main">
              <a:ext uri="{FF2B5EF4-FFF2-40B4-BE49-F238E27FC236}">
                <a16:creationId xmlns:a16="http://schemas.microsoft.com/office/drawing/2014/main" id="{F98203D2-6C90-4AA3-B172-987DB4A1E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6">
            <a:extLst xmlns:a="http://schemas.openxmlformats.org/drawingml/2006/main">
              <a:ext uri="{FF2B5EF4-FFF2-40B4-BE49-F238E27FC236}">
                <a16:creationId xmlns:a16="http://schemas.microsoft.com/office/drawing/2014/main" id="{114F953C-C302-4385-94FF-E5C1F6D3A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6">
            <a:extLst xmlns:a="http://schemas.openxmlformats.org/drawingml/2006/main">
              <a:ext uri="{FF2B5EF4-FFF2-40B4-BE49-F238E27FC236}">
                <a16:creationId xmlns:a16="http://schemas.microsoft.com/office/drawing/2014/main" id="{4E48A5B1-F934-46A6-B598-32129AFA8A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6" name="Google Shape;16;p6">
            <a:extLst xmlns:a="http://schemas.openxmlformats.org/drawingml/2006/main">
              <a:ext uri="{FF2B5EF4-FFF2-40B4-BE49-F238E27FC236}">
                <a16:creationId xmlns:a16="http://schemas.microsoft.com/office/drawing/2014/main" id="{3A8B42EA-A77C-4882-8719-419C5A650C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7">
            <a:extLst xmlns:a="http://schemas.openxmlformats.org/drawingml/2006/main">
              <a:ext uri="{FF2B5EF4-FFF2-40B4-BE49-F238E27FC236}">
                <a16:creationId xmlns:a16="http://schemas.microsoft.com/office/drawing/2014/main" id="{F1FB8C26-7DE1-4FBC-AFDF-553F03F436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9" name="Google Shape;19;p7">
            <a:extLst xmlns:a="http://schemas.openxmlformats.org/drawingml/2006/main">
              <a:ext uri="{FF2B5EF4-FFF2-40B4-BE49-F238E27FC236}">
                <a16:creationId xmlns:a16="http://schemas.microsoft.com/office/drawing/2014/main" id="{DD5D9532-4EC8-4818-9A52-FD6FBFB6D3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8">
            <a:extLst xmlns:a="http://schemas.openxmlformats.org/drawingml/2006/main">
              <a:ext uri="{FF2B5EF4-FFF2-40B4-BE49-F238E27FC236}">
                <a16:creationId xmlns:a16="http://schemas.microsoft.com/office/drawing/2014/main" id="{755397DD-EE03-4910-9192-016F876BEB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8">
            <a:extLst xmlns:a="http://schemas.openxmlformats.org/drawingml/2006/main">
              <a:ext uri="{FF2B5EF4-FFF2-40B4-BE49-F238E27FC236}">
                <a16:creationId xmlns:a16="http://schemas.microsoft.com/office/drawing/2014/main" id="{B163EE4E-59F5-4D42-A2C6-766B4F9292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8">
            <a:extLst xmlns:a="http://schemas.openxmlformats.org/drawingml/2006/main">
              <a:ext uri="{FF2B5EF4-FFF2-40B4-BE49-F238E27FC236}">
                <a16:creationId xmlns:a16="http://schemas.microsoft.com/office/drawing/2014/main" id="{22692B41-310F-49AA-980D-1D39A1E04D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8">
            <a:extLst xmlns:a="http://schemas.openxmlformats.org/drawingml/2006/main">
              <a:ext uri="{FF2B5EF4-FFF2-40B4-BE49-F238E27FC236}">
                <a16:creationId xmlns:a16="http://schemas.microsoft.com/office/drawing/2014/main" id="{952799D4-E11D-445F-8A4F-E99F5DAAB5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9">
            <a:extLst xmlns:a="http://schemas.openxmlformats.org/drawingml/2006/main">
              <a:ext uri="{FF2B5EF4-FFF2-40B4-BE49-F238E27FC236}">
                <a16:creationId xmlns:a16="http://schemas.microsoft.com/office/drawing/2014/main" id="{75335C7F-8A34-4742-85AE-F4EA2BCA99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9">
            <a:extLst xmlns:a="http://schemas.openxmlformats.org/drawingml/2006/main">
              <a:ext uri="{FF2B5EF4-FFF2-40B4-BE49-F238E27FC236}">
                <a16:creationId xmlns:a16="http://schemas.microsoft.com/office/drawing/2014/main" id="{AD0A7C8D-1458-4ED8-BBD1-D3FCFD326E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7E49388B-77B5-4C83-82A0-4A3313A6B2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1D6F8EA6-5D36-4906-B690-BD5A293338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AD237367-00E0-49F4-912D-17ABA64A59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1">
            <a:extLst xmlns:a="http://schemas.openxmlformats.org/drawingml/2006/main">
              <a:ext uri="{FF2B5EF4-FFF2-40B4-BE49-F238E27FC236}">
                <a16:creationId xmlns:a16="http://schemas.microsoft.com/office/drawing/2014/main" id="{6EE79055-E470-4F1A-A82E-D645471962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11">
            <a:extLst xmlns:a="http://schemas.openxmlformats.org/drawingml/2006/main">
              <a:ext uri="{FF2B5EF4-FFF2-40B4-BE49-F238E27FC236}">
                <a16:creationId xmlns:a16="http://schemas.microsoft.com/office/drawing/2014/main" id="{4F748E50-4369-4B6A-B881-F4C616A48C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2">
            <a:extLst xmlns:a="http://schemas.openxmlformats.org/drawingml/2006/main">
              <a:ext uri="{FF2B5EF4-FFF2-40B4-BE49-F238E27FC236}">
                <a16:creationId xmlns:a16="http://schemas.microsoft.com/office/drawing/2014/main" id="{F81D074B-D92E-4C13-91BA-62226F62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12">
            <a:extLst xmlns:a="http://schemas.openxmlformats.org/drawingml/2006/main">
              <a:ext uri="{FF2B5EF4-FFF2-40B4-BE49-F238E27FC236}">
                <a16:creationId xmlns:a16="http://schemas.microsoft.com/office/drawing/2014/main" id="{99237F1A-29A8-4145-8BB9-017E8CA443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12">
            <a:extLst xmlns:a="http://schemas.openxmlformats.org/drawingml/2006/main">
              <a:ext uri="{FF2B5EF4-FFF2-40B4-BE49-F238E27FC236}">
                <a16:creationId xmlns:a16="http://schemas.microsoft.com/office/drawing/2014/main" id="{2CC050F6-1DCA-4768-AE77-8D542B5511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12">
            <a:extLst xmlns:a="http://schemas.openxmlformats.org/drawingml/2006/main">
              <a:ext uri="{FF2B5EF4-FFF2-40B4-BE49-F238E27FC236}">
                <a16:creationId xmlns:a16="http://schemas.microsoft.com/office/drawing/2014/main" id="{9460DBA7-EE62-4AB8-BA8F-1DB68D3B64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12">
            <a:extLst xmlns:a="http://schemas.openxmlformats.org/drawingml/2006/main">
              <a:ext uri="{FF2B5EF4-FFF2-40B4-BE49-F238E27FC236}">
                <a16:creationId xmlns:a16="http://schemas.microsoft.com/office/drawing/2014/main" id="{E83B071A-C31D-494A-AE14-42A6EF419B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3">
            <a:extLst xmlns:a="http://schemas.openxmlformats.org/drawingml/2006/main">
              <a:ext uri="{FF2B5EF4-FFF2-40B4-BE49-F238E27FC236}">
                <a16:creationId xmlns:a16="http://schemas.microsoft.com/office/drawing/2014/main" id="{C76D360E-BD5A-4B15-BD0B-11D278245F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A78D3F83-CC39-4B74-A93C-7C042C5662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4">
            <a:extLst xmlns:a="http://schemas.openxmlformats.org/drawingml/2006/main">
              <a:ext uri="{FF2B5EF4-FFF2-40B4-BE49-F238E27FC236}">
                <a16:creationId xmlns:a16="http://schemas.microsoft.com/office/drawing/2014/main" id="{8965863A-DC47-45CD-B3AA-78D191235AD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4">
            <a:extLst xmlns:a="http://schemas.openxmlformats.org/drawingml/2006/main">
              <a:ext uri="{FF2B5EF4-FFF2-40B4-BE49-F238E27FC236}">
                <a16:creationId xmlns:a16="http://schemas.microsoft.com/office/drawing/2014/main" id="{A4E67E5B-4F37-4F62-9A00-06865F5D3A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4">
            <a:extLst xmlns:a="http://schemas.openxmlformats.org/drawingml/2006/main">
              <a:ext uri="{FF2B5EF4-FFF2-40B4-BE49-F238E27FC236}">
                <a16:creationId xmlns:a16="http://schemas.microsoft.com/office/drawing/2014/main" id="{CD6685E0-8A6B-4FA6-A078-CB2E171F26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5">
            <a:extLst xmlns:a="http://schemas.openxmlformats.org/drawingml/2006/main">
              <a:ext uri="{FF2B5EF4-FFF2-40B4-BE49-F238E27FC236}">
                <a16:creationId xmlns:a16="http://schemas.microsoft.com/office/drawing/2014/main" id="{DF057F54-7145-4AA1-85F6-7E8122C01C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38511997c74c46" /><Relationship Type="http://schemas.openxmlformats.org/officeDocument/2006/relationships/slideLayout" Target="/ppt/slideLayouts/slideLayout1.xml" Id="Rf4bff7fc3d64451e" /><Relationship Type="http://schemas.openxmlformats.org/officeDocument/2006/relationships/slideLayout" Target="/ppt/slideLayouts/slideLayout2.xml" Id="R0ffc8175e46f4092" /><Relationship Type="http://schemas.openxmlformats.org/officeDocument/2006/relationships/slideLayout" Target="/ppt/slideLayouts/slideLayout3.xml" Id="Rb49756a988c4472d" /><Relationship Type="http://schemas.openxmlformats.org/officeDocument/2006/relationships/slideLayout" Target="/ppt/slideLayouts/slideLayout4.xml" Id="R5ee8887eb56840df" /><Relationship Type="http://schemas.openxmlformats.org/officeDocument/2006/relationships/slideLayout" Target="/ppt/slideLayouts/slideLayout5.xml" Id="Rad25c97eca954b57" /><Relationship Type="http://schemas.openxmlformats.org/officeDocument/2006/relationships/slideLayout" Target="/ppt/slideLayouts/slideLayout6.xml" Id="R3c01681e0ddb4cd0" /><Relationship Type="http://schemas.openxmlformats.org/officeDocument/2006/relationships/slideLayout" Target="/ppt/slideLayouts/slideLayout7.xml" Id="R0abc1efec57e4b02" /><Relationship Type="http://schemas.openxmlformats.org/officeDocument/2006/relationships/slideLayout" Target="/ppt/slideLayouts/slideLayout8.xml" Id="R79050c313209484d" /><Relationship Type="http://schemas.openxmlformats.org/officeDocument/2006/relationships/slideLayout" Target="/ppt/slideLayouts/slideLayout9.xml" Id="R2a0e81efc21947c4" /><Relationship Type="http://schemas.openxmlformats.org/officeDocument/2006/relationships/slideLayout" Target="/ppt/slideLayouts/slideLayout10.xml" Id="R760df59e6b4744b0" /><Relationship Type="http://schemas.openxmlformats.org/officeDocument/2006/relationships/slideLayout" Target="/ppt/slideLayouts/slideLayout11.xml" Id="Rdf3340ac78344732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4">
            <a:extLst xmlns:a="http://schemas.openxmlformats.org/drawingml/2006/main">
              <a:ext uri="{FF2B5EF4-FFF2-40B4-BE49-F238E27FC236}">
                <a16:creationId xmlns:a16="http://schemas.microsoft.com/office/drawing/2014/main" id="{833D62BC-9ED0-4B6F-96AC-BF142940F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4">
            <a:extLst xmlns:a="http://schemas.openxmlformats.org/drawingml/2006/main">
              <a:ext uri="{FF2B5EF4-FFF2-40B4-BE49-F238E27FC236}">
                <a16:creationId xmlns:a16="http://schemas.microsoft.com/office/drawing/2014/main" id="{4C9EF0E8-A42E-422D-AB5F-154F70848F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4">
            <a:extLst xmlns:a="http://schemas.openxmlformats.org/drawingml/2006/main">
              <a:ext uri="{FF2B5EF4-FFF2-40B4-BE49-F238E27FC236}">
                <a16:creationId xmlns:a16="http://schemas.microsoft.com/office/drawing/2014/main" id="{1E34487D-AB69-4D66-B47E-C0CB5B9846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bff7fc3d64451e"/>
    <p:sldLayoutId xmlns:r="http://schemas.openxmlformats.org/officeDocument/2006/relationships" id="2147483650" r:id="R0ffc8175e46f4092"/>
    <p:sldLayoutId xmlns:r="http://schemas.openxmlformats.org/officeDocument/2006/relationships" id="2147483651" r:id="Rb49756a988c4472d"/>
    <p:sldLayoutId xmlns:r="http://schemas.openxmlformats.org/officeDocument/2006/relationships" id="2147483652" r:id="R5ee8887eb56840df"/>
    <p:sldLayoutId xmlns:r="http://schemas.openxmlformats.org/officeDocument/2006/relationships" id="2147483653" r:id="Rad25c97eca954b57"/>
    <p:sldLayoutId xmlns:r="http://schemas.openxmlformats.org/officeDocument/2006/relationships" id="2147483654" r:id="R3c01681e0ddb4cd0"/>
    <p:sldLayoutId xmlns:r="http://schemas.openxmlformats.org/officeDocument/2006/relationships" id="2147483655" r:id="R0abc1efec57e4b02"/>
    <p:sldLayoutId xmlns:r="http://schemas.openxmlformats.org/officeDocument/2006/relationships" id="2147483656" r:id="R79050c313209484d"/>
    <p:sldLayoutId xmlns:r="http://schemas.openxmlformats.org/officeDocument/2006/relationships" id="2147483657" r:id="R2a0e81efc21947c4"/>
    <p:sldLayoutId xmlns:r="http://schemas.openxmlformats.org/officeDocument/2006/relationships" id="2147483658" r:id="R760df59e6b4744b0"/>
    <p:sldLayoutId xmlns:r="http://schemas.openxmlformats.org/officeDocument/2006/relationships" id="2147483659" r:id="Rdf3340ac7834473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e98a01d564d9e" /><Relationship Type="http://schemas.openxmlformats.org/officeDocument/2006/relationships/image" Target="/ppt/media/image.png" Id="Rb0e225ce22824fdf" /><Relationship Type="http://schemas.openxmlformats.org/officeDocument/2006/relationships/notesSlide" Target="/ppt/notesSlides/notesSlide1.xml" Id="R925e21ef0aa546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372f2dce244ac5" /><Relationship Type="http://schemas.openxmlformats.org/officeDocument/2006/relationships/notesSlide" Target="/ppt/notesSlides/notesSlide2.xml" Id="Rb9d36bd825c343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032c969e734178" /><Relationship Type="http://schemas.openxmlformats.org/officeDocument/2006/relationships/notesSlide" Target="/ppt/notesSlides/notesSlide3.xml" Id="Rc937a6eb069444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0B9CA2B5-E3A5-4606-978B-703A37E076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>Digital HR by Jana Post</a:t>
            </a:r>
            <a:endParaRPr/>
          </a:p>
        </p:txBody>
      </p:sp>
      <p:sp>
        <p:nvSpPr>
          <p:cNvPr id="55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E3D233BE-EA15-4633-9ECE-9B1747FE44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>Команда 47</a:t>
            </a:r>
            <a:endParaRPr/>
          </a:p>
        </p:txBody>
      </p:sp>
      <p:pic>
        <p:nvPicPr>
          <p:cNvPr id="56" name="Google Shape;56;p1">
            <a:extLst xmlns:a="http://schemas.openxmlformats.org/drawingml/2006/main">
              <a:ext uri="{FF2B5EF4-FFF2-40B4-BE49-F238E27FC236}">
                <a16:creationId xmlns:a16="http://schemas.microsoft.com/office/drawing/2014/main" id="{AD141E5F-A2F6-4B80-A7E0-3DC816E46F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e225ce22824f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4356099" cy="744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1">
            <a:extLst xmlns:a="http://schemas.openxmlformats.org/drawingml/2006/main">
              <a:ext uri="{FF2B5EF4-FFF2-40B4-BE49-F238E27FC236}">
                <a16:creationId xmlns:a16="http://schemas.microsoft.com/office/drawing/2014/main" id="{47235D75-DBB1-4432-9F90-F5989618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75" y="4670225"/>
            <a:ext cx="23160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Караганда 202</a:t>
            </a:r>
            <a:r>
              <a:t>6</a:t>
            </a:r>
            <a:r>
              <a: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г.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49477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19ED6532-8D54-43AA-84D1-D9657B9D3B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>Digital HR: кадровые сценарии в одном сервисе</a:t>
            </a:r>
            <a:endParaRPr/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81576B2F-48BD-49F6-9DEA-BB34D37C2B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1218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>Задача: упростить повседневные кадровые обращения сотрудников Jana Post.</a:t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>Сотрудник подаёт заявку. Руководитель видит очередь своей команды. HR рассматривает обращение.</a:t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>Jana ищет ответ в локальной базе знаний и показывает источник. Если подходящей записи нет, направляет сотрудника в HR.</a:t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>Основа прототипа: React и TypeScript, Node.js и Express, Prisma и SQLite.</a:t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>Итог: демонстрационный MVP с ролевым доступом, заявками и HR-справочником.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607079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3B39A765-17E6-4648-AE2C-8A9593DE9F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136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>Демо-сценарий и границы прототипа</a:t>
            </a:r>
            <a:endParaRPr/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36A2CC10-BBAF-4B6D-96A6-BFF5583C8C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91427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>1. Войти под демо-ролью сотрудника.</a:t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>2. Создать демонстрационную заявку на отпуск.</a:t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>3. Перейти к роли руководителя или HR и показать обработку заявки.</a:t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>4. Задать Jana вопрос по HR-процедуре и открыть запись-источник.</a:t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>Заявка и данные служат сценарием прототипа, не юридическим кадровым расчётом.</a:t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>Реальные интеграции с 1С:ЗУП и Documentolog пока не подключены.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8206179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2026-10-18T11:38:54.8610000Z</dcterms:created>
  <dcterms:modified xsi:type="dcterms:W3CDTF">2026-10-18T11:38:54.8610000Z</dcterms:modified>
</coreProperties>
</file>