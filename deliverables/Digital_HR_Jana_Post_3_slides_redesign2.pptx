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c1af159994b1e" /><Relationship Type="http://schemas.openxmlformats.org/officeDocument/2006/relationships/extended-properties" Target="/docProps/app.xml" Id="R3e81e53f830a45a3" /><Relationship Type="http://schemas.openxmlformats.org/officeDocument/2006/relationships/officeDocument" Target="/ppt/presentation.xml" Id="Rcff93fa0755241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535f8e6cf94b15"/>
  </p:sldMasterIdLst>
  <p:notesMasterIdLst>
    <p:notesMasterId xmlns:r="http://schemas.openxmlformats.org/officeDocument/2006/relationships" r:id="Ra02fe12955e24140"/>
  </p:notesMasterIdLst>
  <p:sldIdLst>
    <p:sldId xmlns:r="http://schemas.openxmlformats.org/officeDocument/2006/relationships" id="256" r:id="Rbfcabfe5dfff4695"/>
    <p:sldId xmlns:r="http://schemas.openxmlformats.org/officeDocument/2006/relationships" id="257" r:id="R0393b384946a42ae"/>
    <p:sldId xmlns:r="http://schemas.openxmlformats.org/officeDocument/2006/relationships" id="258" r:id="Rd52205fbc18a49e9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f54dcf26be410f" /><Relationship Type="http://schemas.openxmlformats.org/officeDocument/2006/relationships/slideMaster" Target="/ppt/slideMasters/slideMaster1.xml" Id="R0d535f8e6cf94b15" /><Relationship Type="http://schemas.openxmlformats.org/officeDocument/2006/relationships/notesMaster" Target="/ppt/notesMasters/notesMaster1.xml" Id="Ra02fe12955e24140" /><Relationship Type="http://schemas.openxmlformats.org/officeDocument/2006/relationships/presProps" Target="/ppt/presProps.xml" Id="Rf0c962f537bc4de5" /><Relationship Type="http://schemas.openxmlformats.org/officeDocument/2006/relationships/viewProps" Target="/ppt/viewProps.xml" Id="Re851686522ec4c51" /><Relationship Type="http://schemas.openxmlformats.org/officeDocument/2006/relationships/tableStyles" Target="/ppt/tableStyles.xml" Id="Rb607b6f374ff4e9b" /><Relationship Type="http://schemas.openxmlformats.org/officeDocument/2006/relationships/slide" Target="/ppt/slides/slide1.xml" Id="Rbfcabfe5dfff4695" /><Relationship Type="http://schemas.openxmlformats.org/officeDocument/2006/relationships/slide" Target="/ppt/slides/slide2.xml" Id="R0393b384946a42ae" /><Relationship Type="http://schemas.openxmlformats.org/officeDocument/2006/relationships/slide" Target="/ppt/slides/slide3.xml" Id="Rd52205fbc18a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97e4d4833a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da5e502454a79" /><Relationship Type="http://schemas.openxmlformats.org/officeDocument/2006/relationships/notesMaster" Target="/ppt/notesMasters/notesMaster1.xml" Id="Rd06d2524669345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846fb9a5d4a81" /><Relationship Type="http://schemas.openxmlformats.org/officeDocument/2006/relationships/notesMaster" Target="/ppt/notesMasters/notesMaster1.xml" Id="Reb9746183e1244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3a4af4648f4dba" /><Relationship Type="http://schemas.openxmlformats.org/officeDocument/2006/relationships/notesMaster" Target="/ppt/notesMasters/notesMaster1.xml" Id="Ra413a512d5044d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1266251944b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acb89d14046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bd408cbc642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c0343dea94e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9fe495e1f44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4a787e34446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af86c8abd41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be72b9d934f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d44ac874f4f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81ebc472440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3b2a7accf4da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4832E0AE-E401-4424-92F5-4113CF2DC0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40299F3D-9F70-42B0-A30A-55EAA6F36B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D6AED655-1607-4E7B-9AAF-2ABF7080CA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190924C8-4324-422C-8CB0-C347181CE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1DAD5DA7-CA87-4376-A5CB-49DADF5EE9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6CCB0A5E-8BA0-4D74-BF48-A2F8089E5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0B742ABE-5812-4E14-9107-209BAE0DF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D4B6D7F2-3268-410D-BEDE-E58C6628A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6F17F20D-B326-4BA3-BDD5-4503138E2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B127261D-AEE8-41F6-9F58-F1AE2AFD66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9BA2AB4A-31F6-43CE-811F-38C4178B3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1A2E9225-B9F1-4FE9-AC62-2F13C856A7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0F4A93BE-8142-43B5-A72B-8BCB8F39F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36777D80-6136-4030-BCD9-FBBEF5F553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BB0BF1FD-B9F8-4242-BF88-F3F1F8D7E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1C78F4CC-3765-4F55-ABE6-4290C3B7C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D2EAACF9-8E3A-49B6-BE54-1FF72ACB4A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AFA2FB14-17CB-483E-B98F-BEC305AED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4841B45F-B447-4A11-93D6-B8BB1E0406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33E9E667-C51B-48B3-9355-7DD68B24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849915F6-D357-478D-8B70-2B7A0148C9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D633A530-DDE5-4774-A0E4-951DF67B4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ACB397BD-3EEC-4B68-96A9-2B42F931E0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99D76127-2512-4601-92EB-0396FCEAAF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403EFEC6-A625-4955-9598-E8C440B03E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E862D3AA-9858-48F1-AC1F-3F58696D2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145D7CF5-F92F-4769-A8D6-CE5888C5D50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25C48395-F822-4FA5-9CDF-8AC5D15CC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D11D8746-BA80-4685-B9BC-311052A930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1F12128B-05E5-480A-8DB1-2B5C38A68E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c880e5cf14a08" /><Relationship Type="http://schemas.openxmlformats.org/officeDocument/2006/relationships/slideLayout" Target="/ppt/slideLayouts/slideLayout1.xml" Id="R97e34c1f2402435f" /><Relationship Type="http://schemas.openxmlformats.org/officeDocument/2006/relationships/slideLayout" Target="/ppt/slideLayouts/slideLayout2.xml" Id="Ra0661ee7cceb465f" /><Relationship Type="http://schemas.openxmlformats.org/officeDocument/2006/relationships/slideLayout" Target="/ppt/slideLayouts/slideLayout3.xml" Id="R62ba3d3981034196" /><Relationship Type="http://schemas.openxmlformats.org/officeDocument/2006/relationships/slideLayout" Target="/ppt/slideLayouts/slideLayout4.xml" Id="R8d326c6cb2814a6b" /><Relationship Type="http://schemas.openxmlformats.org/officeDocument/2006/relationships/slideLayout" Target="/ppt/slideLayouts/slideLayout5.xml" Id="R0492e1d077164183" /><Relationship Type="http://schemas.openxmlformats.org/officeDocument/2006/relationships/slideLayout" Target="/ppt/slideLayouts/slideLayout6.xml" Id="Rc8910ac6067d4db5" /><Relationship Type="http://schemas.openxmlformats.org/officeDocument/2006/relationships/slideLayout" Target="/ppt/slideLayouts/slideLayout7.xml" Id="Rbc023f541beb4409" /><Relationship Type="http://schemas.openxmlformats.org/officeDocument/2006/relationships/slideLayout" Target="/ppt/slideLayouts/slideLayout8.xml" Id="R7ffabc77a44e4de7" /><Relationship Type="http://schemas.openxmlformats.org/officeDocument/2006/relationships/slideLayout" Target="/ppt/slideLayouts/slideLayout9.xml" Id="R22b79efa1fc54b37" /><Relationship Type="http://schemas.openxmlformats.org/officeDocument/2006/relationships/slideLayout" Target="/ppt/slideLayouts/slideLayout10.xml" Id="R0a85fd207c31444d" /><Relationship Type="http://schemas.openxmlformats.org/officeDocument/2006/relationships/slideLayout" Target="/ppt/slideLayouts/slideLayout11.xml" Id="R5a78e5f6aa9f4fb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7DD514F3-26EB-46D4-8B70-2FD646807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C0F390EB-FE2B-4BCA-9AC0-C343205088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A9B5E4EB-A26A-448D-85BB-12B969043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34c1f2402435f"/>
    <p:sldLayoutId xmlns:r="http://schemas.openxmlformats.org/officeDocument/2006/relationships" id="2147483650" r:id="Ra0661ee7cceb465f"/>
    <p:sldLayoutId xmlns:r="http://schemas.openxmlformats.org/officeDocument/2006/relationships" id="2147483651" r:id="R62ba3d3981034196"/>
    <p:sldLayoutId xmlns:r="http://schemas.openxmlformats.org/officeDocument/2006/relationships" id="2147483652" r:id="R8d326c6cb2814a6b"/>
    <p:sldLayoutId xmlns:r="http://schemas.openxmlformats.org/officeDocument/2006/relationships" id="2147483653" r:id="R0492e1d077164183"/>
    <p:sldLayoutId xmlns:r="http://schemas.openxmlformats.org/officeDocument/2006/relationships" id="2147483654" r:id="Rc8910ac6067d4db5"/>
    <p:sldLayoutId xmlns:r="http://schemas.openxmlformats.org/officeDocument/2006/relationships" id="2147483655" r:id="Rbc023f541beb4409"/>
    <p:sldLayoutId xmlns:r="http://schemas.openxmlformats.org/officeDocument/2006/relationships" id="2147483656" r:id="R7ffabc77a44e4de7"/>
    <p:sldLayoutId xmlns:r="http://schemas.openxmlformats.org/officeDocument/2006/relationships" id="2147483657" r:id="R22b79efa1fc54b37"/>
    <p:sldLayoutId xmlns:r="http://schemas.openxmlformats.org/officeDocument/2006/relationships" id="2147483658" r:id="R0a85fd207c31444d"/>
    <p:sldLayoutId xmlns:r="http://schemas.openxmlformats.org/officeDocument/2006/relationships" id="2147483659" r:id="R5a78e5f6aa9f4fb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9965853bf4ee4" /><Relationship Type="http://schemas.openxmlformats.org/officeDocument/2006/relationships/image" Target="/ppt/media/image.png" Id="R0a49944c81c64c4d" /><Relationship Type="http://schemas.openxmlformats.org/officeDocument/2006/relationships/image" Target="/ppt/media/image2.png" Id="Rcf235a055b5f4b84" /><Relationship Type="http://schemas.openxmlformats.org/officeDocument/2006/relationships/notesSlide" Target="/ppt/notesSlides/notesSlide1.xml" Id="Rdd9f0c5adb79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36ac21436f4fe1" /><Relationship Type="http://schemas.openxmlformats.org/officeDocument/2006/relationships/notesSlide" Target="/ppt/notesSlides/notesSlide2.xml" Id="R311f09367969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a6481663f4ca1" /><Relationship Type="http://schemas.openxmlformats.org/officeDocument/2006/relationships/notesSlide" Target="/ppt/notesSlides/notesSlide3.xml" Id="R8c434dae8cbc4f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506438-2E2C-49AF-A9CB-39A67575B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9944c81c64c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66D1158E-D0E8-449F-9390-E99870BD23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50" y="1952625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84487"/>
          </a:bodyPr>
          <a:lstStyle xmlns:a="http://schemas.openxmlformats.org/drawingml/2006/main">
            <a:defPPr algn="l">
              <a:defRPr sz="4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HR</a:t>
            </a:r>
            <a:endParaRPr/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7E172DFF-D82E-44AE-9300-040BE1D982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52450" y="28098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73087"/>
          </a:bodyPr>
          <a:lstStyle xmlns:a="http://schemas.openxmlformats.org/drawingml/2006/main">
            <a:defPPr algn="l">
              <a:defRPr sz="19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475467"/>
                </a:solidFill>
                <a:latin typeface="Arial"/>
                <a:ea typeface="Arial"/>
                <a:cs typeface="Arial"/>
              </a:rPr>
              <a:t>Кадровая платформа Jana Post</a:t>
            </a:r>
            <a:endParaRPr/>
          </a:p>
        </p:txBody>
      </p:sp>
      <p:pic>
        <p:nvPic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C59C1495-73C6-4BFE-B973-E0BD60E51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235a055b5f4b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4A382AE4-4E51-485C-AA3C-9B29CA40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2190750" cy="37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 algn="l">
              <a:defRPr sz="127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7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 u="none" strike="noStrike" cap="none">
                <a:solidFill>
                  <a:srgbClr val="475467"/>
                </a:solidFill>
                <a:latin typeface="Arial"/>
                <a:ea typeface="Arial"/>
                <a:cs typeface="Arial"/>
              </a:rPr>
              <a:t>Караганда 202</a:t>
            </a:r>
            <a:r>
              <a:rPr sz="1275">
                <a:solidFill>
                  <a:srgbClr val="475467"/>
                </a:solidFill>
                <a:latin typeface="Arial"/>
                <a:ea typeface="Arial"/>
                <a:cs typeface="Arial"/>
              </a:rPr>
              <a:t>6</a:t>
            </a:r>
            <a:r>
              <a:rPr sz="1275" b="0" i="0" u="none" strike="noStrike" cap="none">
                <a:solidFill>
                  <a:srgbClr val="475467"/>
                </a:solidFill>
                <a:latin typeface="Arial"/>
                <a:ea typeface="Arial"/>
                <a:cs typeface="Arial"/>
              </a:rPr>
              <a:t> 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am-number">
            <a:extLst xmlns:a="http://schemas.openxmlformats.org/drawingml/2006/main">
              <a:ext uri="{FF2B5EF4-FFF2-40B4-BE49-F238E27FC236}">
                <a16:creationId xmlns:a16="http://schemas.microsoft.com/office/drawing/2014/main" id="{4CF89EB3-6CCE-44BA-9B4B-F132E493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Команда 47</a:t>
            </a:r>
          </a:p>
        </p:txBody>
      </p:sp>
    </p:spTree>
    <p:extLst>
      <p:ext uri="{BB962C8B-B14F-4D97-AF65-F5344CB8AC3E}">
        <p14:creationId xmlns:p14="http://schemas.microsoft.com/office/powerpoint/2010/main" val="476303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D87978A3-1620-4976-954A-7B4C9A1D5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Один сервис для HR-сценариев</a:t>
            </a:r>
            <a:endParaRPr/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1297BE6C-B322-4BC9-B60A-6296A638A3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4" name="step-01">
            <a:extLst xmlns:a="http://schemas.openxmlformats.org/drawingml/2006/main">
              <a:ext uri="{FF2B5EF4-FFF2-40B4-BE49-F238E27FC236}">
                <a16:creationId xmlns:a16="http://schemas.microsoft.com/office/drawing/2014/main" id="{C36807DA-5323-4A10-BEDA-B2F5747D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5" name="heading-01">
            <a:extLst xmlns:a="http://schemas.openxmlformats.org/drawingml/2006/main">
              <a:ext uri="{FF2B5EF4-FFF2-40B4-BE49-F238E27FC236}">
                <a16:creationId xmlns:a16="http://schemas.microsoft.com/office/drawing/2014/main" id="{8F4C7DA1-B183-4DBC-A5FE-525DB419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Заявка</a:t>
            </a:r>
          </a:p>
        </p:txBody>
      </p:sp>
      <p:sp>
        <p:nvSpPr>
          <p:cNvPr id="66" name="body-01">
            <a:extLst xmlns:a="http://schemas.openxmlformats.org/drawingml/2006/main">
              <a:ext uri="{FF2B5EF4-FFF2-40B4-BE49-F238E27FC236}">
                <a16:creationId xmlns:a16="http://schemas.microsoft.com/office/drawing/2014/main" id="{F41DC4DF-68C5-4C27-BD85-07DE0A8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Сотрудник создаёт обращение и следит за его статусом.</a:t>
            </a:r>
          </a:p>
        </p:txBody>
      </p:sp>
      <p:sp>
        <p:nvSpPr>
          <p:cNvPr id="67" name="step-02">
            <a:extLst xmlns:a="http://schemas.openxmlformats.org/drawingml/2006/main">
              <a:ext uri="{FF2B5EF4-FFF2-40B4-BE49-F238E27FC236}">
                <a16:creationId xmlns:a16="http://schemas.microsoft.com/office/drawing/2014/main" id="{330D934C-CF49-4FEC-87A3-D3C74C0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8" name="heading-02">
            <a:extLst xmlns:a="http://schemas.openxmlformats.org/drawingml/2006/main">
              <a:ext uri="{FF2B5EF4-FFF2-40B4-BE49-F238E27FC236}">
                <a16:creationId xmlns:a16="http://schemas.microsoft.com/office/drawing/2014/main" id="{94151AA5-FD4D-4F50-BBD4-C9677DCC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Ролевой доступ</a:t>
            </a:r>
          </a:p>
        </p:txBody>
      </p:sp>
      <p:sp>
        <p:nvSpPr>
          <p:cNvPr id="69" name="body-02">
            <a:extLst xmlns:a="http://schemas.openxmlformats.org/drawingml/2006/main">
              <a:ext uri="{FF2B5EF4-FFF2-40B4-BE49-F238E27FC236}">
                <a16:creationId xmlns:a16="http://schemas.microsoft.com/office/drawing/2014/main" id="{EA77953C-E344-4FAA-BADB-EB9966C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Руководитель работает с заявками своей команды. HR видит общий процесс.</a:t>
            </a:r>
          </a:p>
        </p:txBody>
      </p:sp>
      <p:sp>
        <p:nvSpPr>
          <p:cNvPr id="70" name="step-03">
            <a:extLst xmlns:a="http://schemas.openxmlformats.org/drawingml/2006/main">
              <a:ext uri="{FF2B5EF4-FFF2-40B4-BE49-F238E27FC236}">
                <a16:creationId xmlns:a16="http://schemas.microsoft.com/office/drawing/2014/main" id="{D764EEB4-9B57-4FD2-B1D2-67C2FE1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81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1" name="heading-03">
            <a:extLst xmlns:a="http://schemas.openxmlformats.org/drawingml/2006/main">
              <a:ext uri="{FF2B5EF4-FFF2-40B4-BE49-F238E27FC236}">
                <a16:creationId xmlns:a16="http://schemas.microsoft.com/office/drawing/2014/main" id="{FBC86067-A402-4DBA-98C5-25CA33A2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Jana FAQ</a:t>
            </a:r>
          </a:p>
        </p:txBody>
      </p:sp>
      <p:sp>
        <p:nvSpPr>
          <p:cNvPr id="72" name="body-03">
            <a:extLst xmlns:a="http://schemas.openxmlformats.org/drawingml/2006/main">
              <a:ext uri="{FF2B5EF4-FFF2-40B4-BE49-F238E27FC236}">
                <a16:creationId xmlns:a16="http://schemas.microsoft.com/office/drawing/2014/main" id="{46F48E55-8621-4726-8D1C-E0227D1F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75467"/>
                </a:solidFill>
                <a:latin typeface="Arial"/>
                <a:ea typeface="Arial"/>
                <a:cs typeface="Arial"/>
              </a:rPr>
              <a:t>Находит ответ в локальной базе и показывает источник. При отсутствии ответа советует обратиться в HR.</a:t>
            </a:r>
          </a:p>
        </p:txBody>
      </p:sp>
      <p:sp>
        <p:nvSpPr>
          <p:cNvPr id="73" name="technology-label">
            <a:extLst xmlns:a="http://schemas.openxmlformats.org/drawingml/2006/main">
              <a:ext uri="{FF2B5EF4-FFF2-40B4-BE49-F238E27FC236}">
                <a16:creationId xmlns:a16="http://schemas.microsoft.com/office/drawing/2014/main" id="{D7D4DFE2-4676-42D7-BA95-A36A437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52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ТЕХНОЛОГИИ</a:t>
            </a:r>
          </a:p>
        </p:txBody>
      </p:sp>
      <p:sp>
        <p:nvSpPr>
          <p:cNvPr id="74" name="technology-line">
            <a:extLst xmlns:a="http://schemas.openxmlformats.org/drawingml/2006/main">
              <a:ext uri="{FF2B5EF4-FFF2-40B4-BE49-F238E27FC236}">
                <a16:creationId xmlns:a16="http://schemas.microsoft.com/office/drawing/2014/main" id="{5F8D4C1F-A62D-4139-844A-FF48A362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React, TypeScript, Node.js / Express, Prisma / SQLite</a:t>
            </a:r>
          </a:p>
        </p:txBody>
      </p:sp>
    </p:spTree>
    <p:extLst>
      <p:ext uri="{BB962C8B-B14F-4D97-AF65-F5344CB8AC3E}">
        <p14:creationId xmlns:p14="http://schemas.microsoft.com/office/powerpoint/2010/main" val="4658959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E2490514-AB1E-4086-98AB-4A903081DB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  <a:defRPr sz="25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Демо: путь заявки и ответ Jana</a:t>
            </a:r>
            <a:endParaRPr/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3CD75CC2-B367-4106-A3EB-AE8A5D7D64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" name="mvp-boundary-panel">
            <a:extLst xmlns:a="http://schemas.openxmlformats.org/drawingml/2006/main">
              <a:ext uri="{FF2B5EF4-FFF2-40B4-BE49-F238E27FC236}">
                <a16:creationId xmlns:a16="http://schemas.microsoft.com/office/drawing/2014/main" id="{BFB0B458-CD0C-4C2D-B8D9-2FC6845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14450"/>
            <a:ext cx="29527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71" name="demo-01">
            <a:extLst xmlns:a="http://schemas.openxmlformats.org/drawingml/2006/main">
              <a:ext uri="{FF2B5EF4-FFF2-40B4-BE49-F238E27FC236}">
                <a16:creationId xmlns:a16="http://schemas.microsoft.com/office/drawing/2014/main" id="{1B054C5A-F777-496B-A71E-F8E0BE0F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8112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2" name="demo-title-01">
            <a:extLst xmlns:a="http://schemas.openxmlformats.org/drawingml/2006/main">
              <a:ext uri="{FF2B5EF4-FFF2-40B4-BE49-F238E27FC236}">
                <a16:creationId xmlns:a16="http://schemas.microsoft.com/office/drawing/2014/main" id="{A9F5EF7F-FB5E-4357-8CFD-BF14AEA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017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Вход сотрудника</a:t>
            </a:r>
          </a:p>
        </p:txBody>
      </p:sp>
      <p:sp>
        <p:nvSpPr>
          <p:cNvPr id="73" name="demo-body-01">
            <a:extLst xmlns:a="http://schemas.openxmlformats.org/drawingml/2006/main">
              <a:ext uri="{FF2B5EF4-FFF2-40B4-BE49-F238E27FC236}">
                <a16:creationId xmlns:a16="http://schemas.microsoft.com/office/drawing/2014/main" id="{F4CE3847-9133-4653-AFE9-FC7BA2F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Демо-роль и тестовые данные</a:t>
            </a:r>
          </a:p>
        </p:txBody>
      </p:sp>
      <p:sp>
        <p:nvSpPr>
          <p:cNvPr id="74" name="demo-02">
            <a:extLst xmlns:a="http://schemas.openxmlformats.org/drawingml/2006/main">
              <a:ext uri="{FF2B5EF4-FFF2-40B4-BE49-F238E27FC236}">
                <a16:creationId xmlns:a16="http://schemas.microsoft.com/office/drawing/2014/main" id="{F727272C-0948-4890-8724-1D49CC21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5" name="demo-title-02">
            <a:extLst xmlns:a="http://schemas.openxmlformats.org/drawingml/2006/main">
              <a:ext uri="{FF2B5EF4-FFF2-40B4-BE49-F238E27FC236}">
                <a16:creationId xmlns:a16="http://schemas.microsoft.com/office/drawing/2014/main" id="{D8EB153D-DD6A-4512-808D-F545838A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Заявка на отпуск</a:t>
            </a:r>
          </a:p>
        </p:txBody>
      </p:sp>
      <p:sp>
        <p:nvSpPr>
          <p:cNvPr id="76" name="demo-body-02">
            <a:extLst xmlns:a="http://schemas.openxmlformats.org/drawingml/2006/main">
              <a:ext uri="{FF2B5EF4-FFF2-40B4-BE49-F238E27FC236}">
                <a16:creationId xmlns:a16="http://schemas.microsoft.com/office/drawing/2014/main" id="{64B6CDF4-5296-417F-A851-63114DD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Создание и отслеживание статуса</a:t>
            </a:r>
          </a:p>
        </p:txBody>
      </p:sp>
      <p:sp>
        <p:nvSpPr>
          <p:cNvPr id="77" name="demo-03">
            <a:extLst xmlns:a="http://schemas.openxmlformats.org/drawingml/2006/main">
              <a:ext uri="{FF2B5EF4-FFF2-40B4-BE49-F238E27FC236}">
                <a16:creationId xmlns:a16="http://schemas.microsoft.com/office/drawing/2014/main" id="{ADC6F744-7B5B-484D-B5CD-0462D85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9087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8" name="demo-title-03">
            <a:extLst xmlns:a="http://schemas.openxmlformats.org/drawingml/2006/main">
              <a:ext uri="{FF2B5EF4-FFF2-40B4-BE49-F238E27FC236}">
                <a16:creationId xmlns:a16="http://schemas.microsoft.com/office/drawing/2014/main" id="{9EFF2FDB-E42C-43DF-B7FC-8D601C8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Решение и Jana FAQ</a:t>
            </a:r>
          </a:p>
        </p:txBody>
      </p:sp>
      <p:sp>
        <p:nvSpPr>
          <p:cNvPr id="79" name="demo-body-03">
            <a:extLst xmlns:a="http://schemas.openxmlformats.org/drawingml/2006/main">
              <a:ext uri="{FF2B5EF4-FFF2-40B4-BE49-F238E27FC236}">
                <a16:creationId xmlns:a16="http://schemas.microsoft.com/office/drawing/2014/main" id="{2D05BE56-77B7-4F58-B83D-C11D1C83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Обработка заявки и ответ с источником</a:t>
            </a:r>
          </a:p>
        </p:txBody>
      </p:sp>
      <p:sp>
        <p:nvSpPr>
          <p:cNvPr id="80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68BB2E72-5623-4AA8-A065-273FDEB8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Важно о прототипе</a:t>
            </a:r>
          </a:p>
        </p:txBody>
      </p:sp>
      <p:sp>
        <p:nvSpPr>
          <p:cNvPr id="81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93BBC1B9-09B7-4234-B0EF-A47AC7ED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19300"/>
            <a:ext cx="2514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Данные демонстрационные.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Заявка не заменяет кадровый документ и юридически значимый расчёт.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75467"/>
                </a:solidFill>
                <a:latin typeface="Arial"/>
                <a:ea typeface="Arial"/>
                <a:cs typeface="Arial"/>
              </a:rPr>
              <a:t>Интеграции с 1С:ЗУП и Documentolog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28316635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2026-10-18T11:54:39.7760000Z</dcterms:created>
  <dcterms:modified xsi:type="dcterms:W3CDTF">2026-10-18T11:54:39.7760000Z</dcterms:modified>
</coreProperties>
</file>